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0" r:id="rId4"/>
    <p:sldMasterId id="2147483660" r:id="rId5"/>
  </p:sldMasterIdLst>
  <p:notesMasterIdLst>
    <p:notesMasterId r:id="rId50"/>
  </p:notesMasterIdLst>
  <p:sldIdLst>
    <p:sldId id="3848" r:id="rId6"/>
    <p:sldId id="3852" r:id="rId7"/>
    <p:sldId id="3877" r:id="rId8"/>
    <p:sldId id="3885" r:id="rId9"/>
    <p:sldId id="3876" r:id="rId10"/>
    <p:sldId id="3896" r:id="rId11"/>
    <p:sldId id="3897" r:id="rId12"/>
    <p:sldId id="3894" r:id="rId13"/>
    <p:sldId id="3898" r:id="rId14"/>
    <p:sldId id="3899" r:id="rId15"/>
    <p:sldId id="3881" r:id="rId16"/>
    <p:sldId id="3886" r:id="rId17"/>
    <p:sldId id="3878" r:id="rId18"/>
    <p:sldId id="3880" r:id="rId19"/>
    <p:sldId id="3887" r:id="rId20"/>
    <p:sldId id="3902" r:id="rId21"/>
    <p:sldId id="3903" r:id="rId22"/>
    <p:sldId id="3904" r:id="rId23"/>
    <p:sldId id="3905" r:id="rId24"/>
    <p:sldId id="3855" r:id="rId25"/>
    <p:sldId id="3857" r:id="rId26"/>
    <p:sldId id="3906" r:id="rId27"/>
    <p:sldId id="3911" r:id="rId28"/>
    <p:sldId id="3909" r:id="rId29"/>
    <p:sldId id="3910" r:id="rId30"/>
    <p:sldId id="3912" r:id="rId31"/>
    <p:sldId id="3901" r:id="rId32"/>
    <p:sldId id="3900" r:id="rId33"/>
    <p:sldId id="3895" r:id="rId34"/>
    <p:sldId id="3892" r:id="rId35"/>
    <p:sldId id="342" r:id="rId36"/>
    <p:sldId id="3893" r:id="rId37"/>
    <p:sldId id="3921" r:id="rId38"/>
    <p:sldId id="3913" r:id="rId39"/>
    <p:sldId id="3914" r:id="rId40"/>
    <p:sldId id="3915" r:id="rId41"/>
    <p:sldId id="3916" r:id="rId42"/>
    <p:sldId id="3917" r:id="rId43"/>
    <p:sldId id="3918" r:id="rId44"/>
    <p:sldId id="3919" r:id="rId45"/>
    <p:sldId id="3920" r:id="rId46"/>
    <p:sldId id="3922" r:id="rId47"/>
    <p:sldId id="3927" r:id="rId48"/>
    <p:sldId id="3923" r:id="rId49"/>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391764F-CD97-4EED-B21C-BD4FA86E6420}">
          <p14:sldIdLst>
            <p14:sldId id="3848"/>
          </p14:sldIdLst>
        </p14:section>
        <p14:section name="Introduction" id="{CEB2D1D3-9D84-4677-ABB5-5366D2E602D0}">
          <p14:sldIdLst>
            <p14:sldId id="3852"/>
            <p14:sldId id="3877"/>
            <p14:sldId id="3885"/>
            <p14:sldId id="3876"/>
            <p14:sldId id="3896"/>
            <p14:sldId id="3897"/>
            <p14:sldId id="3894"/>
            <p14:sldId id="3898"/>
            <p14:sldId id="3899"/>
            <p14:sldId id="3881"/>
            <p14:sldId id="3886"/>
            <p14:sldId id="3878"/>
            <p14:sldId id="3880"/>
            <p14:sldId id="3887"/>
            <p14:sldId id="3902"/>
            <p14:sldId id="3903"/>
            <p14:sldId id="3904"/>
            <p14:sldId id="3905"/>
            <p14:sldId id="3855"/>
            <p14:sldId id="3857"/>
            <p14:sldId id="3906"/>
            <p14:sldId id="3911"/>
            <p14:sldId id="3909"/>
            <p14:sldId id="3910"/>
            <p14:sldId id="3912"/>
            <p14:sldId id="3901"/>
            <p14:sldId id="3900"/>
            <p14:sldId id="3895"/>
            <p14:sldId id="3892"/>
            <p14:sldId id="342"/>
            <p14:sldId id="3893"/>
            <p14:sldId id="3921"/>
            <p14:sldId id="3913"/>
            <p14:sldId id="3914"/>
            <p14:sldId id="3915"/>
            <p14:sldId id="3916"/>
            <p14:sldId id="3917"/>
            <p14:sldId id="3918"/>
            <p14:sldId id="3919"/>
            <p14:sldId id="3920"/>
            <p14:sldId id="3922"/>
            <p14:sldId id="3927"/>
            <p14:sldId id="3923"/>
          </p14:sldIdLst>
        </p14:section>
        <p14:section name="Nesstar" id="{6FF9ACBD-D65C-46DD-A885-75FB6723EDF6}">
          <p14:sldIdLst/>
        </p14:section>
        <p14:section name="Portal Metadata" id="{CE68B353-72F8-4343-9106-08FF9DA661D5}">
          <p14:sldIdLst/>
        </p14:section>
        <p14:section name="Data Wizard" id="{7AFAFE4B-A09E-46F4-A939-2FAB7F379C87}">
          <p14:sldIdLst/>
        </p14:section>
        <p14:section name="Visualization" id="{D9B70102-1824-40ED-8EF7-2A82497ECDA8}">
          <p14:sldIdLst/>
        </p14:section>
        <p14:section name="End" id="{329589DB-D6B8-41C3-91E5-DA4BD99D8AF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66"/>
    <a:srgbClr val="0F0035"/>
    <a:srgbClr val="50B0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23" autoAdjust="0"/>
    <p:restoredTop sz="83740" autoAdjust="0"/>
  </p:normalViewPr>
  <p:slideViewPr>
    <p:cSldViewPr snapToGrid="0">
      <p:cViewPr varScale="1">
        <p:scale>
          <a:sx n="62" d="100"/>
          <a:sy n="62" d="100"/>
        </p:scale>
        <p:origin x="89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8" Type="http://schemas.openxmlformats.org/officeDocument/2006/relationships/slide" Target="slides/slide3.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jamin Beuster" userId="143adc86-9f68-4bb0-be0c-be9f6b483a74" providerId="ADAL" clId="{1F20B77D-0CFA-414B-8E83-BD6E60626B9C}"/>
    <pc:docChg chg="modSld">
      <pc:chgData name="Benjamin Beuster" userId="143adc86-9f68-4bb0-be0c-be9f6b483a74" providerId="ADAL" clId="{1F20B77D-0CFA-414B-8E83-BD6E60626B9C}" dt="2023-11-29T07:27:42.736" v="2" actId="20577"/>
      <pc:docMkLst>
        <pc:docMk/>
      </pc:docMkLst>
      <pc:sldChg chg="modSp mod">
        <pc:chgData name="Benjamin Beuster" userId="143adc86-9f68-4bb0-be0c-be9f6b483a74" providerId="ADAL" clId="{1F20B77D-0CFA-414B-8E83-BD6E60626B9C}" dt="2023-11-29T07:27:42.736" v="2" actId="20577"/>
        <pc:sldMkLst>
          <pc:docMk/>
          <pc:sldMk cId="420230607" sldId="342"/>
        </pc:sldMkLst>
        <pc:spChg chg="mod">
          <ac:chgData name="Benjamin Beuster" userId="143adc86-9f68-4bb0-be0c-be9f6b483a74" providerId="ADAL" clId="{1F20B77D-0CFA-414B-8E83-BD6E60626B9C}" dt="2023-11-29T07:27:42.736" v="2" actId="20577"/>
          <ac:spMkLst>
            <pc:docMk/>
            <pc:sldMk cId="420230607" sldId="342"/>
            <ac:spMk id="3"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AD58CD-F9F0-4897-9850-6B23872BDE0E}"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nb-NO"/>
        </a:p>
      </dgm:t>
    </dgm:pt>
    <dgm:pt modelId="{E027DA0E-5C23-46FD-B190-D825C1D16F8F}">
      <dgm:prSet phldrT="[Text]"/>
      <dgm:spPr/>
      <dgm:t>
        <a:bodyPr/>
        <a:lstStyle/>
        <a:p>
          <a:r>
            <a:rPr lang="nb-NO" dirty="0"/>
            <a:t>Activity</a:t>
          </a:r>
        </a:p>
      </dgm:t>
    </dgm:pt>
    <dgm:pt modelId="{D867C550-F460-4384-9CFD-B0F24225A5D5}" type="parTrans" cxnId="{CCCC4FD2-82C5-4806-8B50-6F0AF2D17C87}">
      <dgm:prSet/>
      <dgm:spPr/>
      <dgm:t>
        <a:bodyPr/>
        <a:lstStyle/>
        <a:p>
          <a:endParaRPr lang="nb-NO"/>
        </a:p>
      </dgm:t>
    </dgm:pt>
    <dgm:pt modelId="{A7C27CE7-F852-4CE0-8E75-4538D3DBEAB6}" type="sibTrans" cxnId="{CCCC4FD2-82C5-4806-8B50-6F0AF2D17C87}">
      <dgm:prSet/>
      <dgm:spPr/>
      <dgm:t>
        <a:bodyPr/>
        <a:lstStyle/>
        <a:p>
          <a:endParaRPr lang="nb-NO"/>
        </a:p>
      </dgm:t>
    </dgm:pt>
    <dgm:pt modelId="{5E22CBFB-5F66-4068-BAAD-86B14DA187CC}">
      <dgm:prSet phldrT="[Text]"/>
      <dgm:spPr/>
      <dgm:t>
        <a:bodyPr/>
        <a:lstStyle/>
        <a:p>
          <a:r>
            <a:rPr lang="nb-NO" dirty="0"/>
            <a:t>Sub Activity</a:t>
          </a:r>
        </a:p>
      </dgm:t>
    </dgm:pt>
    <dgm:pt modelId="{4B652668-0A5F-48EF-BACB-4B120D1C6D50}" type="parTrans" cxnId="{DD797A28-9065-43B5-822E-6FCB817457B3}">
      <dgm:prSet/>
      <dgm:spPr/>
      <dgm:t>
        <a:bodyPr/>
        <a:lstStyle/>
        <a:p>
          <a:endParaRPr lang="nb-NO"/>
        </a:p>
      </dgm:t>
    </dgm:pt>
    <dgm:pt modelId="{BBD62D2E-CFBF-4BBE-A86E-84A99995778C}" type="sibTrans" cxnId="{DD797A28-9065-43B5-822E-6FCB817457B3}">
      <dgm:prSet/>
      <dgm:spPr/>
      <dgm:t>
        <a:bodyPr/>
        <a:lstStyle/>
        <a:p>
          <a:endParaRPr lang="nb-NO"/>
        </a:p>
      </dgm:t>
    </dgm:pt>
    <dgm:pt modelId="{723D7ABF-0F22-42DC-8F46-53429C7D61D1}">
      <dgm:prSet phldrT="[Text]"/>
      <dgm:spPr/>
      <dgm:t>
        <a:bodyPr/>
        <a:lstStyle/>
        <a:p>
          <a:r>
            <a:rPr lang="nb-NO" dirty="0" err="1"/>
            <a:t>Step</a:t>
          </a:r>
          <a:endParaRPr lang="nb-NO" dirty="0"/>
        </a:p>
      </dgm:t>
    </dgm:pt>
    <dgm:pt modelId="{B901FDC9-F795-4068-AE00-715414AD9BC6}" type="parTrans" cxnId="{8858F2A4-0EDB-4C41-880F-11058DFE0B7A}">
      <dgm:prSet/>
      <dgm:spPr/>
      <dgm:t>
        <a:bodyPr/>
        <a:lstStyle/>
        <a:p>
          <a:endParaRPr lang="nb-NO"/>
        </a:p>
      </dgm:t>
    </dgm:pt>
    <dgm:pt modelId="{63368A44-2A72-4CF1-BC25-22014744092D}" type="sibTrans" cxnId="{8858F2A4-0EDB-4C41-880F-11058DFE0B7A}">
      <dgm:prSet/>
      <dgm:spPr/>
      <dgm:t>
        <a:bodyPr/>
        <a:lstStyle/>
        <a:p>
          <a:endParaRPr lang="nb-NO"/>
        </a:p>
      </dgm:t>
    </dgm:pt>
    <dgm:pt modelId="{79BBDEB9-660D-4AE2-ACC2-04A5013E42F5}">
      <dgm:prSet phldrT="[Text]"/>
      <dgm:spPr/>
      <dgm:t>
        <a:bodyPr/>
        <a:lstStyle/>
        <a:p>
          <a:r>
            <a:rPr lang="nb-NO" dirty="0" err="1"/>
            <a:t>Step</a:t>
          </a:r>
          <a:endParaRPr lang="nb-NO" dirty="0"/>
        </a:p>
      </dgm:t>
    </dgm:pt>
    <dgm:pt modelId="{759ECAA8-5E0A-4FBE-9F1D-D4E09527AB10}" type="parTrans" cxnId="{48DEAC86-18CD-4BDE-97AB-BCBFC7260FDB}">
      <dgm:prSet/>
      <dgm:spPr/>
      <dgm:t>
        <a:bodyPr/>
        <a:lstStyle/>
        <a:p>
          <a:endParaRPr lang="nb-NO"/>
        </a:p>
      </dgm:t>
    </dgm:pt>
    <dgm:pt modelId="{BB8DDC23-DCE6-4A5E-8869-F9CCA29922D9}" type="sibTrans" cxnId="{48DEAC86-18CD-4BDE-97AB-BCBFC7260FDB}">
      <dgm:prSet/>
      <dgm:spPr/>
      <dgm:t>
        <a:bodyPr/>
        <a:lstStyle/>
        <a:p>
          <a:endParaRPr lang="nb-NO"/>
        </a:p>
      </dgm:t>
    </dgm:pt>
    <dgm:pt modelId="{41382629-A193-4F9E-B0F0-D4935BD6EE03}">
      <dgm:prSet phldrT="[Text]"/>
      <dgm:spPr/>
      <dgm:t>
        <a:bodyPr/>
        <a:lstStyle/>
        <a:p>
          <a:r>
            <a:rPr lang="nb-NO" dirty="0"/>
            <a:t>Sub Activity</a:t>
          </a:r>
        </a:p>
      </dgm:t>
    </dgm:pt>
    <dgm:pt modelId="{4FA167E5-7851-49C3-BB34-E8046943E5C7}" type="parTrans" cxnId="{523355D7-FECE-4CF5-A53C-06687BAD4617}">
      <dgm:prSet/>
      <dgm:spPr/>
      <dgm:t>
        <a:bodyPr/>
        <a:lstStyle/>
        <a:p>
          <a:endParaRPr lang="nb-NO"/>
        </a:p>
      </dgm:t>
    </dgm:pt>
    <dgm:pt modelId="{47E28976-C4F9-4AF4-B988-D443E7E5EF53}" type="sibTrans" cxnId="{523355D7-FECE-4CF5-A53C-06687BAD4617}">
      <dgm:prSet/>
      <dgm:spPr/>
      <dgm:t>
        <a:bodyPr/>
        <a:lstStyle/>
        <a:p>
          <a:endParaRPr lang="nb-NO"/>
        </a:p>
      </dgm:t>
    </dgm:pt>
    <dgm:pt modelId="{8425454C-8B95-47EB-9B47-37DCF5BF40C3}">
      <dgm:prSet phldrT="[Text]"/>
      <dgm:spPr/>
      <dgm:t>
        <a:bodyPr/>
        <a:lstStyle/>
        <a:p>
          <a:r>
            <a:rPr lang="nb-NO" dirty="0" err="1"/>
            <a:t>Step</a:t>
          </a:r>
          <a:endParaRPr lang="nb-NO" dirty="0"/>
        </a:p>
      </dgm:t>
    </dgm:pt>
    <dgm:pt modelId="{455CF6BE-2549-4F66-96D9-D7F445E8B707}" type="parTrans" cxnId="{79B5477F-9E5D-4C80-9A2F-C898DF4CE4C9}">
      <dgm:prSet/>
      <dgm:spPr/>
      <dgm:t>
        <a:bodyPr/>
        <a:lstStyle/>
        <a:p>
          <a:endParaRPr lang="nb-NO"/>
        </a:p>
      </dgm:t>
    </dgm:pt>
    <dgm:pt modelId="{7B876322-148F-4BD2-8B4C-96FD3F375A58}" type="sibTrans" cxnId="{79B5477F-9E5D-4C80-9A2F-C898DF4CE4C9}">
      <dgm:prSet/>
      <dgm:spPr/>
      <dgm:t>
        <a:bodyPr/>
        <a:lstStyle/>
        <a:p>
          <a:endParaRPr lang="nb-NO"/>
        </a:p>
      </dgm:t>
    </dgm:pt>
    <dgm:pt modelId="{7A700858-853C-42CA-BD57-8A31819BFABA}">
      <dgm:prSet phldrT="[Text]"/>
      <dgm:spPr/>
      <dgm:t>
        <a:bodyPr/>
        <a:lstStyle/>
        <a:p>
          <a:r>
            <a:rPr lang="nb-NO" dirty="0"/>
            <a:t>Activity</a:t>
          </a:r>
        </a:p>
      </dgm:t>
    </dgm:pt>
    <dgm:pt modelId="{123E4DDF-8177-4E54-BC1F-78B1ED6B89F7}" type="parTrans" cxnId="{A8ED1068-18BF-43BB-8950-58AE73957948}">
      <dgm:prSet/>
      <dgm:spPr/>
      <dgm:t>
        <a:bodyPr/>
        <a:lstStyle/>
        <a:p>
          <a:endParaRPr lang="nb-NO"/>
        </a:p>
      </dgm:t>
    </dgm:pt>
    <dgm:pt modelId="{75D4B7DB-3417-4371-A4C3-DD4A455CD616}" type="sibTrans" cxnId="{A8ED1068-18BF-43BB-8950-58AE73957948}">
      <dgm:prSet/>
      <dgm:spPr/>
      <dgm:t>
        <a:bodyPr/>
        <a:lstStyle/>
        <a:p>
          <a:endParaRPr lang="nb-NO"/>
        </a:p>
      </dgm:t>
    </dgm:pt>
    <dgm:pt modelId="{660AF7B5-F32E-4A74-8B2E-DAF55352EDA7}">
      <dgm:prSet phldrT="[Text]"/>
      <dgm:spPr/>
      <dgm:t>
        <a:bodyPr/>
        <a:lstStyle/>
        <a:p>
          <a:r>
            <a:rPr lang="nb-NO" dirty="0"/>
            <a:t>Sub-Activity</a:t>
          </a:r>
        </a:p>
      </dgm:t>
    </dgm:pt>
    <dgm:pt modelId="{E8ED2378-BBD5-4C98-BA2D-46F5A51E08F6}" type="parTrans" cxnId="{FB92C3B4-4B2A-40B4-8A0B-D1784E91353E}">
      <dgm:prSet/>
      <dgm:spPr/>
      <dgm:t>
        <a:bodyPr/>
        <a:lstStyle/>
        <a:p>
          <a:endParaRPr lang="nb-NO"/>
        </a:p>
      </dgm:t>
    </dgm:pt>
    <dgm:pt modelId="{BB92F7D6-D001-4118-A786-92843EA20EB9}" type="sibTrans" cxnId="{FB92C3B4-4B2A-40B4-8A0B-D1784E91353E}">
      <dgm:prSet/>
      <dgm:spPr/>
      <dgm:t>
        <a:bodyPr/>
        <a:lstStyle/>
        <a:p>
          <a:endParaRPr lang="nb-NO"/>
        </a:p>
      </dgm:t>
    </dgm:pt>
    <dgm:pt modelId="{26A9AF63-AD38-4967-9098-C38A5883C79F}">
      <dgm:prSet phldrT="[Text]"/>
      <dgm:spPr/>
      <dgm:t>
        <a:bodyPr/>
        <a:lstStyle/>
        <a:p>
          <a:r>
            <a:rPr lang="nb-NO" dirty="0" err="1"/>
            <a:t>Step</a:t>
          </a:r>
          <a:endParaRPr lang="nb-NO" dirty="0"/>
        </a:p>
      </dgm:t>
    </dgm:pt>
    <dgm:pt modelId="{5E020ACD-9C29-401A-9881-21F2A6CD9F4D}" type="parTrans" cxnId="{3236F597-9A0E-4ED1-8E7D-BA383A89353B}">
      <dgm:prSet/>
      <dgm:spPr/>
      <dgm:t>
        <a:bodyPr/>
        <a:lstStyle/>
        <a:p>
          <a:endParaRPr lang="nb-NO"/>
        </a:p>
      </dgm:t>
    </dgm:pt>
    <dgm:pt modelId="{4B9F9FAC-7709-49D6-9127-A31F6D515244}" type="sibTrans" cxnId="{3236F597-9A0E-4ED1-8E7D-BA383A89353B}">
      <dgm:prSet/>
      <dgm:spPr/>
      <dgm:t>
        <a:bodyPr/>
        <a:lstStyle/>
        <a:p>
          <a:endParaRPr lang="nb-NO"/>
        </a:p>
      </dgm:t>
    </dgm:pt>
    <dgm:pt modelId="{1957BE32-B1F9-4396-AB7C-D8DAF364CA32}" type="pres">
      <dgm:prSet presAssocID="{67AD58CD-F9F0-4897-9850-6B23872BDE0E}" presName="mainComposite" presStyleCnt="0">
        <dgm:presLayoutVars>
          <dgm:chPref val="1"/>
          <dgm:dir/>
          <dgm:animOne val="branch"/>
          <dgm:animLvl val="lvl"/>
          <dgm:resizeHandles val="exact"/>
        </dgm:presLayoutVars>
      </dgm:prSet>
      <dgm:spPr/>
    </dgm:pt>
    <dgm:pt modelId="{0DA1869E-7950-41E0-A36B-5B686EAA9F92}" type="pres">
      <dgm:prSet presAssocID="{67AD58CD-F9F0-4897-9850-6B23872BDE0E}" presName="hierFlow" presStyleCnt="0"/>
      <dgm:spPr/>
    </dgm:pt>
    <dgm:pt modelId="{BB9B4A67-A8DC-4105-B52D-216F343AF0B3}" type="pres">
      <dgm:prSet presAssocID="{67AD58CD-F9F0-4897-9850-6B23872BDE0E}" presName="firstBuf" presStyleCnt="0"/>
      <dgm:spPr/>
    </dgm:pt>
    <dgm:pt modelId="{7B596B57-A130-48CD-8260-5B8E5163A2EB}" type="pres">
      <dgm:prSet presAssocID="{67AD58CD-F9F0-4897-9850-6B23872BDE0E}" presName="hierChild1" presStyleCnt="0">
        <dgm:presLayoutVars>
          <dgm:chPref val="1"/>
          <dgm:animOne val="branch"/>
          <dgm:animLvl val="lvl"/>
        </dgm:presLayoutVars>
      </dgm:prSet>
      <dgm:spPr/>
    </dgm:pt>
    <dgm:pt modelId="{6854ADA8-AD1F-43BE-B41B-574AAD009011}" type="pres">
      <dgm:prSet presAssocID="{E027DA0E-5C23-46FD-B190-D825C1D16F8F}" presName="Name14" presStyleCnt="0"/>
      <dgm:spPr/>
    </dgm:pt>
    <dgm:pt modelId="{E92D00B6-1461-48DF-8A94-C424A97F3ABA}" type="pres">
      <dgm:prSet presAssocID="{E027DA0E-5C23-46FD-B190-D825C1D16F8F}" presName="level1Shape" presStyleLbl="node0" presStyleIdx="0" presStyleCnt="1">
        <dgm:presLayoutVars>
          <dgm:chPref val="3"/>
        </dgm:presLayoutVars>
      </dgm:prSet>
      <dgm:spPr/>
    </dgm:pt>
    <dgm:pt modelId="{CB0F6D73-0E94-4F46-A949-4162E1457D06}" type="pres">
      <dgm:prSet presAssocID="{E027DA0E-5C23-46FD-B190-D825C1D16F8F}" presName="hierChild2" presStyleCnt="0"/>
      <dgm:spPr/>
    </dgm:pt>
    <dgm:pt modelId="{95A1ACC0-320C-4D18-99D8-923391F54383}" type="pres">
      <dgm:prSet presAssocID="{4B652668-0A5F-48EF-BACB-4B120D1C6D50}" presName="Name19" presStyleLbl="parChTrans1D2" presStyleIdx="0" presStyleCnt="2"/>
      <dgm:spPr/>
    </dgm:pt>
    <dgm:pt modelId="{BEE1E904-A46A-4B15-B363-78A1E54C2472}" type="pres">
      <dgm:prSet presAssocID="{5E22CBFB-5F66-4068-BAAD-86B14DA187CC}" presName="Name21" presStyleCnt="0"/>
      <dgm:spPr/>
    </dgm:pt>
    <dgm:pt modelId="{077EF4D1-1384-4F93-8798-BB5DF3628808}" type="pres">
      <dgm:prSet presAssocID="{5E22CBFB-5F66-4068-BAAD-86B14DA187CC}" presName="level2Shape" presStyleLbl="node2" presStyleIdx="0" presStyleCnt="2"/>
      <dgm:spPr/>
    </dgm:pt>
    <dgm:pt modelId="{14599640-19C7-4047-9FBD-44EAFAC1C866}" type="pres">
      <dgm:prSet presAssocID="{5E22CBFB-5F66-4068-BAAD-86B14DA187CC}" presName="hierChild3" presStyleCnt="0"/>
      <dgm:spPr/>
    </dgm:pt>
    <dgm:pt modelId="{EF7843F3-A87E-4AB1-A5E1-99F8E7444484}" type="pres">
      <dgm:prSet presAssocID="{B901FDC9-F795-4068-AE00-715414AD9BC6}" presName="Name19" presStyleLbl="parChTrans1D3" presStyleIdx="0" presStyleCnt="3"/>
      <dgm:spPr/>
    </dgm:pt>
    <dgm:pt modelId="{168A2FF8-E71A-4B7B-98A7-F98EB6BC012A}" type="pres">
      <dgm:prSet presAssocID="{723D7ABF-0F22-42DC-8F46-53429C7D61D1}" presName="Name21" presStyleCnt="0"/>
      <dgm:spPr/>
    </dgm:pt>
    <dgm:pt modelId="{2E6D2DE3-425E-4147-BCF5-2D813B48773B}" type="pres">
      <dgm:prSet presAssocID="{723D7ABF-0F22-42DC-8F46-53429C7D61D1}" presName="level2Shape" presStyleLbl="node3" presStyleIdx="0" presStyleCnt="3"/>
      <dgm:spPr/>
    </dgm:pt>
    <dgm:pt modelId="{FB6BA36E-4ED5-4DF6-964F-56B0A87EBA29}" type="pres">
      <dgm:prSet presAssocID="{723D7ABF-0F22-42DC-8F46-53429C7D61D1}" presName="hierChild3" presStyleCnt="0"/>
      <dgm:spPr/>
    </dgm:pt>
    <dgm:pt modelId="{BBCE2FB8-C96F-46E8-97D9-DF7F80C25DB7}" type="pres">
      <dgm:prSet presAssocID="{759ECAA8-5E0A-4FBE-9F1D-D4E09527AB10}" presName="Name19" presStyleLbl="parChTrans1D3" presStyleIdx="1" presStyleCnt="3"/>
      <dgm:spPr/>
    </dgm:pt>
    <dgm:pt modelId="{4BAEBC19-8194-4019-AE37-05892394C507}" type="pres">
      <dgm:prSet presAssocID="{79BBDEB9-660D-4AE2-ACC2-04A5013E42F5}" presName="Name21" presStyleCnt="0"/>
      <dgm:spPr/>
    </dgm:pt>
    <dgm:pt modelId="{7DF8E761-1F06-4330-A3F7-AD9E8ACD6CCD}" type="pres">
      <dgm:prSet presAssocID="{79BBDEB9-660D-4AE2-ACC2-04A5013E42F5}" presName="level2Shape" presStyleLbl="node3" presStyleIdx="1" presStyleCnt="3"/>
      <dgm:spPr/>
    </dgm:pt>
    <dgm:pt modelId="{53DB02F1-944E-43D0-A0E3-4BB6716F2DEC}" type="pres">
      <dgm:prSet presAssocID="{79BBDEB9-660D-4AE2-ACC2-04A5013E42F5}" presName="hierChild3" presStyleCnt="0"/>
      <dgm:spPr/>
    </dgm:pt>
    <dgm:pt modelId="{AFDE0837-7F9E-4603-A206-0BB794A96542}" type="pres">
      <dgm:prSet presAssocID="{4FA167E5-7851-49C3-BB34-E8046943E5C7}" presName="Name19" presStyleLbl="parChTrans1D2" presStyleIdx="1" presStyleCnt="2"/>
      <dgm:spPr/>
    </dgm:pt>
    <dgm:pt modelId="{E306420D-537C-4C21-A87E-2F7850E7E4FC}" type="pres">
      <dgm:prSet presAssocID="{41382629-A193-4F9E-B0F0-D4935BD6EE03}" presName="Name21" presStyleCnt="0"/>
      <dgm:spPr/>
    </dgm:pt>
    <dgm:pt modelId="{37468A51-6893-4A04-95EA-17D69F679C6C}" type="pres">
      <dgm:prSet presAssocID="{41382629-A193-4F9E-B0F0-D4935BD6EE03}" presName="level2Shape" presStyleLbl="node2" presStyleIdx="1" presStyleCnt="2"/>
      <dgm:spPr/>
    </dgm:pt>
    <dgm:pt modelId="{34049ED2-B436-4A45-B476-8F13E89F49C7}" type="pres">
      <dgm:prSet presAssocID="{41382629-A193-4F9E-B0F0-D4935BD6EE03}" presName="hierChild3" presStyleCnt="0"/>
      <dgm:spPr/>
    </dgm:pt>
    <dgm:pt modelId="{BEAD1235-75A8-4C6A-9E3A-396A7A369C58}" type="pres">
      <dgm:prSet presAssocID="{455CF6BE-2549-4F66-96D9-D7F445E8B707}" presName="Name19" presStyleLbl="parChTrans1D3" presStyleIdx="2" presStyleCnt="3"/>
      <dgm:spPr/>
    </dgm:pt>
    <dgm:pt modelId="{5BBE4C2F-95B0-417C-80A8-0ABDA10392CD}" type="pres">
      <dgm:prSet presAssocID="{8425454C-8B95-47EB-9B47-37DCF5BF40C3}" presName="Name21" presStyleCnt="0"/>
      <dgm:spPr/>
    </dgm:pt>
    <dgm:pt modelId="{2F91666D-9FA5-4C3B-9521-62FD90601B51}" type="pres">
      <dgm:prSet presAssocID="{8425454C-8B95-47EB-9B47-37DCF5BF40C3}" presName="level2Shape" presStyleLbl="node3" presStyleIdx="2" presStyleCnt="3"/>
      <dgm:spPr/>
    </dgm:pt>
    <dgm:pt modelId="{B5A99CF2-0EFA-4019-B833-274F1937B294}" type="pres">
      <dgm:prSet presAssocID="{8425454C-8B95-47EB-9B47-37DCF5BF40C3}" presName="hierChild3" presStyleCnt="0"/>
      <dgm:spPr/>
    </dgm:pt>
    <dgm:pt modelId="{219C830C-EA2A-45F6-8740-188024BEC7DC}" type="pres">
      <dgm:prSet presAssocID="{67AD58CD-F9F0-4897-9850-6B23872BDE0E}" presName="bgShapesFlow" presStyleCnt="0"/>
      <dgm:spPr/>
    </dgm:pt>
    <dgm:pt modelId="{691C2260-AAEF-4DBB-B23E-C5D07462BF4A}" type="pres">
      <dgm:prSet presAssocID="{7A700858-853C-42CA-BD57-8A31819BFABA}" presName="rectComp" presStyleCnt="0"/>
      <dgm:spPr/>
    </dgm:pt>
    <dgm:pt modelId="{D361F677-A0FB-4CD1-B703-C11356E2E51B}" type="pres">
      <dgm:prSet presAssocID="{7A700858-853C-42CA-BD57-8A31819BFABA}" presName="bgRect" presStyleLbl="bgShp" presStyleIdx="0" presStyleCnt="3"/>
      <dgm:spPr/>
    </dgm:pt>
    <dgm:pt modelId="{53236B7B-8EB9-4DA6-95E6-7DBC22D7ACF8}" type="pres">
      <dgm:prSet presAssocID="{7A700858-853C-42CA-BD57-8A31819BFABA}" presName="bgRectTx" presStyleLbl="bgShp" presStyleIdx="0" presStyleCnt="3">
        <dgm:presLayoutVars>
          <dgm:bulletEnabled val="1"/>
        </dgm:presLayoutVars>
      </dgm:prSet>
      <dgm:spPr/>
    </dgm:pt>
    <dgm:pt modelId="{6FDD2046-D7BC-4351-917D-16175F69C2E8}" type="pres">
      <dgm:prSet presAssocID="{7A700858-853C-42CA-BD57-8A31819BFABA}" presName="spComp" presStyleCnt="0"/>
      <dgm:spPr/>
    </dgm:pt>
    <dgm:pt modelId="{7CF9D7FD-6019-4C45-9671-587EBBD49C09}" type="pres">
      <dgm:prSet presAssocID="{7A700858-853C-42CA-BD57-8A31819BFABA}" presName="vSp" presStyleCnt="0"/>
      <dgm:spPr/>
    </dgm:pt>
    <dgm:pt modelId="{B74C8CF5-D6B0-4856-A240-0084ADA41593}" type="pres">
      <dgm:prSet presAssocID="{660AF7B5-F32E-4A74-8B2E-DAF55352EDA7}" presName="rectComp" presStyleCnt="0"/>
      <dgm:spPr/>
    </dgm:pt>
    <dgm:pt modelId="{092A59C2-1E6A-4703-97D8-46FC57C43F8F}" type="pres">
      <dgm:prSet presAssocID="{660AF7B5-F32E-4A74-8B2E-DAF55352EDA7}" presName="bgRect" presStyleLbl="bgShp" presStyleIdx="1" presStyleCnt="3"/>
      <dgm:spPr/>
    </dgm:pt>
    <dgm:pt modelId="{AE8E83FA-8943-46E4-B314-0DB256724293}" type="pres">
      <dgm:prSet presAssocID="{660AF7B5-F32E-4A74-8B2E-DAF55352EDA7}" presName="bgRectTx" presStyleLbl="bgShp" presStyleIdx="1" presStyleCnt="3">
        <dgm:presLayoutVars>
          <dgm:bulletEnabled val="1"/>
        </dgm:presLayoutVars>
      </dgm:prSet>
      <dgm:spPr/>
    </dgm:pt>
    <dgm:pt modelId="{4DEFCEE5-45FF-4F57-9594-D1D7AB0BC768}" type="pres">
      <dgm:prSet presAssocID="{660AF7B5-F32E-4A74-8B2E-DAF55352EDA7}" presName="spComp" presStyleCnt="0"/>
      <dgm:spPr/>
    </dgm:pt>
    <dgm:pt modelId="{2217129A-0FFF-41E9-AC8A-EE6E8F82626B}" type="pres">
      <dgm:prSet presAssocID="{660AF7B5-F32E-4A74-8B2E-DAF55352EDA7}" presName="vSp" presStyleCnt="0"/>
      <dgm:spPr/>
    </dgm:pt>
    <dgm:pt modelId="{CFC7A0EF-3C27-4FBD-B557-6DE1C3A339C7}" type="pres">
      <dgm:prSet presAssocID="{26A9AF63-AD38-4967-9098-C38A5883C79F}" presName="rectComp" presStyleCnt="0"/>
      <dgm:spPr/>
    </dgm:pt>
    <dgm:pt modelId="{B2D7D290-F91D-42EE-94E7-B47731273074}" type="pres">
      <dgm:prSet presAssocID="{26A9AF63-AD38-4967-9098-C38A5883C79F}" presName="bgRect" presStyleLbl="bgShp" presStyleIdx="2" presStyleCnt="3"/>
      <dgm:spPr/>
    </dgm:pt>
    <dgm:pt modelId="{F54B051E-DC1B-4E8E-9982-0A2D15484161}" type="pres">
      <dgm:prSet presAssocID="{26A9AF63-AD38-4967-9098-C38A5883C79F}" presName="bgRectTx" presStyleLbl="bgShp" presStyleIdx="2" presStyleCnt="3">
        <dgm:presLayoutVars>
          <dgm:bulletEnabled val="1"/>
        </dgm:presLayoutVars>
      </dgm:prSet>
      <dgm:spPr/>
    </dgm:pt>
  </dgm:ptLst>
  <dgm:cxnLst>
    <dgm:cxn modelId="{AE828713-72B1-4780-9D9B-9796267B2FD7}" type="presOf" srcId="{723D7ABF-0F22-42DC-8F46-53429C7D61D1}" destId="{2E6D2DE3-425E-4147-BCF5-2D813B48773B}" srcOrd="0" destOrd="0" presId="urn:microsoft.com/office/officeart/2005/8/layout/hierarchy6"/>
    <dgm:cxn modelId="{4478691D-DDAD-4A77-A25E-A2AD3F39269E}" type="presOf" srcId="{8425454C-8B95-47EB-9B47-37DCF5BF40C3}" destId="{2F91666D-9FA5-4C3B-9521-62FD90601B51}" srcOrd="0" destOrd="0" presId="urn:microsoft.com/office/officeart/2005/8/layout/hierarchy6"/>
    <dgm:cxn modelId="{DD797A28-9065-43B5-822E-6FCB817457B3}" srcId="{E027DA0E-5C23-46FD-B190-D825C1D16F8F}" destId="{5E22CBFB-5F66-4068-BAAD-86B14DA187CC}" srcOrd="0" destOrd="0" parTransId="{4B652668-0A5F-48EF-BACB-4B120D1C6D50}" sibTransId="{BBD62D2E-CFBF-4BBE-A86E-84A99995778C}"/>
    <dgm:cxn modelId="{F2FA2339-EAD1-4C1F-B75C-2ACE76780AE4}" type="presOf" srcId="{E027DA0E-5C23-46FD-B190-D825C1D16F8F}" destId="{E92D00B6-1461-48DF-8A94-C424A97F3ABA}" srcOrd="0" destOrd="0" presId="urn:microsoft.com/office/officeart/2005/8/layout/hierarchy6"/>
    <dgm:cxn modelId="{160E0A3C-9E75-40C4-AC5F-2073D51788EE}" type="presOf" srcId="{4FA167E5-7851-49C3-BB34-E8046943E5C7}" destId="{AFDE0837-7F9E-4603-A206-0BB794A96542}" srcOrd="0" destOrd="0" presId="urn:microsoft.com/office/officeart/2005/8/layout/hierarchy6"/>
    <dgm:cxn modelId="{1EFF7D3F-FAB8-44F8-A294-96D5105BF1C4}" type="presOf" srcId="{7A700858-853C-42CA-BD57-8A31819BFABA}" destId="{53236B7B-8EB9-4DA6-95E6-7DBC22D7ACF8}" srcOrd="1" destOrd="0" presId="urn:microsoft.com/office/officeart/2005/8/layout/hierarchy6"/>
    <dgm:cxn modelId="{A8ED1068-18BF-43BB-8950-58AE73957948}" srcId="{67AD58CD-F9F0-4897-9850-6B23872BDE0E}" destId="{7A700858-853C-42CA-BD57-8A31819BFABA}" srcOrd="1" destOrd="0" parTransId="{123E4DDF-8177-4E54-BC1F-78B1ED6B89F7}" sibTransId="{75D4B7DB-3417-4371-A4C3-DD4A455CD616}"/>
    <dgm:cxn modelId="{A2964268-CC37-4FFC-830E-DEFB240ACF8F}" type="presOf" srcId="{660AF7B5-F32E-4A74-8B2E-DAF55352EDA7}" destId="{AE8E83FA-8943-46E4-B314-0DB256724293}" srcOrd="1" destOrd="0" presId="urn:microsoft.com/office/officeart/2005/8/layout/hierarchy6"/>
    <dgm:cxn modelId="{196C8A4D-CF05-457C-860D-B3BD4CFC116A}" type="presOf" srcId="{660AF7B5-F32E-4A74-8B2E-DAF55352EDA7}" destId="{092A59C2-1E6A-4703-97D8-46FC57C43F8F}" srcOrd="0" destOrd="0" presId="urn:microsoft.com/office/officeart/2005/8/layout/hierarchy6"/>
    <dgm:cxn modelId="{AC27924F-74BA-4712-BA51-4163FF38F89D}" type="presOf" srcId="{67AD58CD-F9F0-4897-9850-6B23872BDE0E}" destId="{1957BE32-B1F9-4396-AB7C-D8DAF364CA32}" srcOrd="0" destOrd="0" presId="urn:microsoft.com/office/officeart/2005/8/layout/hierarchy6"/>
    <dgm:cxn modelId="{DC66E578-DBAE-433D-A817-B27E07BDEB76}" type="presOf" srcId="{4B652668-0A5F-48EF-BACB-4B120D1C6D50}" destId="{95A1ACC0-320C-4D18-99D8-923391F54383}" srcOrd="0" destOrd="0" presId="urn:microsoft.com/office/officeart/2005/8/layout/hierarchy6"/>
    <dgm:cxn modelId="{22E3175A-3950-45F3-AF9A-9E2EADDBBE64}" type="presOf" srcId="{759ECAA8-5E0A-4FBE-9F1D-D4E09527AB10}" destId="{BBCE2FB8-C96F-46E8-97D9-DF7F80C25DB7}" srcOrd="0" destOrd="0" presId="urn:microsoft.com/office/officeart/2005/8/layout/hierarchy6"/>
    <dgm:cxn modelId="{D730515A-4812-4B2B-A6E3-B0450BC7E0A6}" type="presOf" srcId="{B901FDC9-F795-4068-AE00-715414AD9BC6}" destId="{EF7843F3-A87E-4AB1-A5E1-99F8E7444484}" srcOrd="0" destOrd="0" presId="urn:microsoft.com/office/officeart/2005/8/layout/hierarchy6"/>
    <dgm:cxn modelId="{301FCF7D-D724-44C3-A199-0A68C512F7D0}" type="presOf" srcId="{26A9AF63-AD38-4967-9098-C38A5883C79F}" destId="{B2D7D290-F91D-42EE-94E7-B47731273074}" srcOrd="0" destOrd="0" presId="urn:microsoft.com/office/officeart/2005/8/layout/hierarchy6"/>
    <dgm:cxn modelId="{79B5477F-9E5D-4C80-9A2F-C898DF4CE4C9}" srcId="{41382629-A193-4F9E-B0F0-D4935BD6EE03}" destId="{8425454C-8B95-47EB-9B47-37DCF5BF40C3}" srcOrd="0" destOrd="0" parTransId="{455CF6BE-2549-4F66-96D9-D7F445E8B707}" sibTransId="{7B876322-148F-4BD2-8B4C-96FD3F375A58}"/>
    <dgm:cxn modelId="{48DEAC86-18CD-4BDE-97AB-BCBFC7260FDB}" srcId="{5E22CBFB-5F66-4068-BAAD-86B14DA187CC}" destId="{79BBDEB9-660D-4AE2-ACC2-04A5013E42F5}" srcOrd="1" destOrd="0" parTransId="{759ECAA8-5E0A-4FBE-9F1D-D4E09527AB10}" sibTransId="{BB8DDC23-DCE6-4A5E-8869-F9CCA29922D9}"/>
    <dgm:cxn modelId="{3236F597-9A0E-4ED1-8E7D-BA383A89353B}" srcId="{67AD58CD-F9F0-4897-9850-6B23872BDE0E}" destId="{26A9AF63-AD38-4967-9098-C38A5883C79F}" srcOrd="3" destOrd="0" parTransId="{5E020ACD-9C29-401A-9881-21F2A6CD9F4D}" sibTransId="{4B9F9FAC-7709-49D6-9127-A31F6D515244}"/>
    <dgm:cxn modelId="{8858F2A4-0EDB-4C41-880F-11058DFE0B7A}" srcId="{5E22CBFB-5F66-4068-BAAD-86B14DA187CC}" destId="{723D7ABF-0F22-42DC-8F46-53429C7D61D1}" srcOrd="0" destOrd="0" parTransId="{B901FDC9-F795-4068-AE00-715414AD9BC6}" sibTransId="{63368A44-2A72-4CF1-BC25-22014744092D}"/>
    <dgm:cxn modelId="{C6A70BA5-8E95-4C17-BB2F-3781C6E5250B}" type="presOf" srcId="{7A700858-853C-42CA-BD57-8A31819BFABA}" destId="{D361F677-A0FB-4CD1-B703-C11356E2E51B}" srcOrd="0" destOrd="0" presId="urn:microsoft.com/office/officeart/2005/8/layout/hierarchy6"/>
    <dgm:cxn modelId="{FB92C3B4-4B2A-40B4-8A0B-D1784E91353E}" srcId="{67AD58CD-F9F0-4897-9850-6B23872BDE0E}" destId="{660AF7B5-F32E-4A74-8B2E-DAF55352EDA7}" srcOrd="2" destOrd="0" parTransId="{E8ED2378-BBD5-4C98-BA2D-46F5A51E08F6}" sibTransId="{BB92F7D6-D001-4118-A786-92843EA20EB9}"/>
    <dgm:cxn modelId="{CCCC4FD2-82C5-4806-8B50-6F0AF2D17C87}" srcId="{67AD58CD-F9F0-4897-9850-6B23872BDE0E}" destId="{E027DA0E-5C23-46FD-B190-D825C1D16F8F}" srcOrd="0" destOrd="0" parTransId="{D867C550-F460-4384-9CFD-B0F24225A5D5}" sibTransId="{A7C27CE7-F852-4CE0-8E75-4538D3DBEAB6}"/>
    <dgm:cxn modelId="{BFEA0CD7-259D-49F4-8A6D-31C58BF3C4FB}" type="presOf" srcId="{455CF6BE-2549-4F66-96D9-D7F445E8B707}" destId="{BEAD1235-75A8-4C6A-9E3A-396A7A369C58}" srcOrd="0" destOrd="0" presId="urn:microsoft.com/office/officeart/2005/8/layout/hierarchy6"/>
    <dgm:cxn modelId="{523355D7-FECE-4CF5-A53C-06687BAD4617}" srcId="{E027DA0E-5C23-46FD-B190-D825C1D16F8F}" destId="{41382629-A193-4F9E-B0F0-D4935BD6EE03}" srcOrd="1" destOrd="0" parTransId="{4FA167E5-7851-49C3-BB34-E8046943E5C7}" sibTransId="{47E28976-C4F9-4AF4-B988-D443E7E5EF53}"/>
    <dgm:cxn modelId="{9EAAD2D8-DC2B-401B-B600-C9EFC8951545}" type="presOf" srcId="{26A9AF63-AD38-4967-9098-C38A5883C79F}" destId="{F54B051E-DC1B-4E8E-9982-0A2D15484161}" srcOrd="1" destOrd="0" presId="urn:microsoft.com/office/officeart/2005/8/layout/hierarchy6"/>
    <dgm:cxn modelId="{F6EA71EF-E3F3-4498-AF0D-56DD9380B040}" type="presOf" srcId="{41382629-A193-4F9E-B0F0-D4935BD6EE03}" destId="{37468A51-6893-4A04-95EA-17D69F679C6C}" srcOrd="0" destOrd="0" presId="urn:microsoft.com/office/officeart/2005/8/layout/hierarchy6"/>
    <dgm:cxn modelId="{D20067F0-9AA4-4BD5-9D80-B8725EF34300}" type="presOf" srcId="{79BBDEB9-660D-4AE2-ACC2-04A5013E42F5}" destId="{7DF8E761-1F06-4330-A3F7-AD9E8ACD6CCD}" srcOrd="0" destOrd="0" presId="urn:microsoft.com/office/officeart/2005/8/layout/hierarchy6"/>
    <dgm:cxn modelId="{D3AFF8FE-D2B9-4E0F-BCA2-2DBA998242E6}" type="presOf" srcId="{5E22CBFB-5F66-4068-BAAD-86B14DA187CC}" destId="{077EF4D1-1384-4F93-8798-BB5DF3628808}" srcOrd="0" destOrd="0" presId="urn:microsoft.com/office/officeart/2005/8/layout/hierarchy6"/>
    <dgm:cxn modelId="{1112D7A0-B37E-49FC-9B2E-B6CC5E4D8F46}" type="presParOf" srcId="{1957BE32-B1F9-4396-AB7C-D8DAF364CA32}" destId="{0DA1869E-7950-41E0-A36B-5B686EAA9F92}" srcOrd="0" destOrd="0" presId="urn:microsoft.com/office/officeart/2005/8/layout/hierarchy6"/>
    <dgm:cxn modelId="{79AE7F00-CF80-4C15-98D3-3E61E83BC152}" type="presParOf" srcId="{0DA1869E-7950-41E0-A36B-5B686EAA9F92}" destId="{BB9B4A67-A8DC-4105-B52D-216F343AF0B3}" srcOrd="0" destOrd="0" presId="urn:microsoft.com/office/officeart/2005/8/layout/hierarchy6"/>
    <dgm:cxn modelId="{0DACFB15-73A9-467B-A0B6-E3C9583FFE6A}" type="presParOf" srcId="{0DA1869E-7950-41E0-A36B-5B686EAA9F92}" destId="{7B596B57-A130-48CD-8260-5B8E5163A2EB}" srcOrd="1" destOrd="0" presId="urn:microsoft.com/office/officeart/2005/8/layout/hierarchy6"/>
    <dgm:cxn modelId="{CE7D7D80-3843-41FF-A5EE-E0B73FEBA825}" type="presParOf" srcId="{7B596B57-A130-48CD-8260-5B8E5163A2EB}" destId="{6854ADA8-AD1F-43BE-B41B-574AAD009011}" srcOrd="0" destOrd="0" presId="urn:microsoft.com/office/officeart/2005/8/layout/hierarchy6"/>
    <dgm:cxn modelId="{93601DB8-253F-475C-9B01-89A9352490AB}" type="presParOf" srcId="{6854ADA8-AD1F-43BE-B41B-574AAD009011}" destId="{E92D00B6-1461-48DF-8A94-C424A97F3ABA}" srcOrd="0" destOrd="0" presId="urn:microsoft.com/office/officeart/2005/8/layout/hierarchy6"/>
    <dgm:cxn modelId="{FB47E6CD-2426-4B87-9F5B-7957EC1DDFD7}" type="presParOf" srcId="{6854ADA8-AD1F-43BE-B41B-574AAD009011}" destId="{CB0F6D73-0E94-4F46-A949-4162E1457D06}" srcOrd="1" destOrd="0" presId="urn:microsoft.com/office/officeart/2005/8/layout/hierarchy6"/>
    <dgm:cxn modelId="{3F91EBED-0316-47A1-A425-23D933BF9EF1}" type="presParOf" srcId="{CB0F6D73-0E94-4F46-A949-4162E1457D06}" destId="{95A1ACC0-320C-4D18-99D8-923391F54383}" srcOrd="0" destOrd="0" presId="urn:microsoft.com/office/officeart/2005/8/layout/hierarchy6"/>
    <dgm:cxn modelId="{54B86BF9-15C6-4A03-8558-F119F8752C4F}" type="presParOf" srcId="{CB0F6D73-0E94-4F46-A949-4162E1457D06}" destId="{BEE1E904-A46A-4B15-B363-78A1E54C2472}" srcOrd="1" destOrd="0" presId="urn:microsoft.com/office/officeart/2005/8/layout/hierarchy6"/>
    <dgm:cxn modelId="{67A83A33-0B3F-4902-BC2D-FE6821EC01BF}" type="presParOf" srcId="{BEE1E904-A46A-4B15-B363-78A1E54C2472}" destId="{077EF4D1-1384-4F93-8798-BB5DF3628808}" srcOrd="0" destOrd="0" presId="urn:microsoft.com/office/officeart/2005/8/layout/hierarchy6"/>
    <dgm:cxn modelId="{2CCAD198-95D0-48D0-9BEA-89BF0D7C47DF}" type="presParOf" srcId="{BEE1E904-A46A-4B15-B363-78A1E54C2472}" destId="{14599640-19C7-4047-9FBD-44EAFAC1C866}" srcOrd="1" destOrd="0" presId="urn:microsoft.com/office/officeart/2005/8/layout/hierarchy6"/>
    <dgm:cxn modelId="{50A020D1-5413-47CB-90C3-5214C84F17F9}" type="presParOf" srcId="{14599640-19C7-4047-9FBD-44EAFAC1C866}" destId="{EF7843F3-A87E-4AB1-A5E1-99F8E7444484}" srcOrd="0" destOrd="0" presId="urn:microsoft.com/office/officeart/2005/8/layout/hierarchy6"/>
    <dgm:cxn modelId="{6B396354-7C1D-4340-AC3B-2EA89ABF7025}" type="presParOf" srcId="{14599640-19C7-4047-9FBD-44EAFAC1C866}" destId="{168A2FF8-E71A-4B7B-98A7-F98EB6BC012A}" srcOrd="1" destOrd="0" presId="urn:microsoft.com/office/officeart/2005/8/layout/hierarchy6"/>
    <dgm:cxn modelId="{5AE26EF1-C852-4EA4-9477-1CE2DE64AB82}" type="presParOf" srcId="{168A2FF8-E71A-4B7B-98A7-F98EB6BC012A}" destId="{2E6D2DE3-425E-4147-BCF5-2D813B48773B}" srcOrd="0" destOrd="0" presId="urn:microsoft.com/office/officeart/2005/8/layout/hierarchy6"/>
    <dgm:cxn modelId="{2B1F4758-65AA-4BBC-93D4-D35628759ED9}" type="presParOf" srcId="{168A2FF8-E71A-4B7B-98A7-F98EB6BC012A}" destId="{FB6BA36E-4ED5-4DF6-964F-56B0A87EBA29}" srcOrd="1" destOrd="0" presId="urn:microsoft.com/office/officeart/2005/8/layout/hierarchy6"/>
    <dgm:cxn modelId="{57D61369-B472-4A56-935B-49813D0B988A}" type="presParOf" srcId="{14599640-19C7-4047-9FBD-44EAFAC1C866}" destId="{BBCE2FB8-C96F-46E8-97D9-DF7F80C25DB7}" srcOrd="2" destOrd="0" presId="urn:microsoft.com/office/officeart/2005/8/layout/hierarchy6"/>
    <dgm:cxn modelId="{5EFECBCC-653E-462E-9115-127813BC462E}" type="presParOf" srcId="{14599640-19C7-4047-9FBD-44EAFAC1C866}" destId="{4BAEBC19-8194-4019-AE37-05892394C507}" srcOrd="3" destOrd="0" presId="urn:microsoft.com/office/officeart/2005/8/layout/hierarchy6"/>
    <dgm:cxn modelId="{6EF46B1B-2782-4676-A0B2-C23E202CD4BF}" type="presParOf" srcId="{4BAEBC19-8194-4019-AE37-05892394C507}" destId="{7DF8E761-1F06-4330-A3F7-AD9E8ACD6CCD}" srcOrd="0" destOrd="0" presId="urn:microsoft.com/office/officeart/2005/8/layout/hierarchy6"/>
    <dgm:cxn modelId="{355B044C-5794-4D4C-97F7-279C9414BF8B}" type="presParOf" srcId="{4BAEBC19-8194-4019-AE37-05892394C507}" destId="{53DB02F1-944E-43D0-A0E3-4BB6716F2DEC}" srcOrd="1" destOrd="0" presId="urn:microsoft.com/office/officeart/2005/8/layout/hierarchy6"/>
    <dgm:cxn modelId="{70768CC0-94E0-4DB3-B4C5-66E4FDA65E55}" type="presParOf" srcId="{CB0F6D73-0E94-4F46-A949-4162E1457D06}" destId="{AFDE0837-7F9E-4603-A206-0BB794A96542}" srcOrd="2" destOrd="0" presId="urn:microsoft.com/office/officeart/2005/8/layout/hierarchy6"/>
    <dgm:cxn modelId="{E726AC91-BDCE-411B-8CBB-779FA014BE61}" type="presParOf" srcId="{CB0F6D73-0E94-4F46-A949-4162E1457D06}" destId="{E306420D-537C-4C21-A87E-2F7850E7E4FC}" srcOrd="3" destOrd="0" presId="urn:microsoft.com/office/officeart/2005/8/layout/hierarchy6"/>
    <dgm:cxn modelId="{6480AE2F-B0A5-4DA3-A73E-F4831638CE16}" type="presParOf" srcId="{E306420D-537C-4C21-A87E-2F7850E7E4FC}" destId="{37468A51-6893-4A04-95EA-17D69F679C6C}" srcOrd="0" destOrd="0" presId="urn:microsoft.com/office/officeart/2005/8/layout/hierarchy6"/>
    <dgm:cxn modelId="{0A8C14DB-1BB7-4756-8090-1065FDDFA606}" type="presParOf" srcId="{E306420D-537C-4C21-A87E-2F7850E7E4FC}" destId="{34049ED2-B436-4A45-B476-8F13E89F49C7}" srcOrd="1" destOrd="0" presId="urn:microsoft.com/office/officeart/2005/8/layout/hierarchy6"/>
    <dgm:cxn modelId="{9E5E5BBE-EBBB-4787-A60B-0F2DC7D1DF36}" type="presParOf" srcId="{34049ED2-B436-4A45-B476-8F13E89F49C7}" destId="{BEAD1235-75A8-4C6A-9E3A-396A7A369C58}" srcOrd="0" destOrd="0" presId="urn:microsoft.com/office/officeart/2005/8/layout/hierarchy6"/>
    <dgm:cxn modelId="{F213AF78-4CE0-469C-8245-0ED1D2871F54}" type="presParOf" srcId="{34049ED2-B436-4A45-B476-8F13E89F49C7}" destId="{5BBE4C2F-95B0-417C-80A8-0ABDA10392CD}" srcOrd="1" destOrd="0" presId="urn:microsoft.com/office/officeart/2005/8/layout/hierarchy6"/>
    <dgm:cxn modelId="{43DE318B-C1F0-4810-91A2-26259B748CE9}" type="presParOf" srcId="{5BBE4C2F-95B0-417C-80A8-0ABDA10392CD}" destId="{2F91666D-9FA5-4C3B-9521-62FD90601B51}" srcOrd="0" destOrd="0" presId="urn:microsoft.com/office/officeart/2005/8/layout/hierarchy6"/>
    <dgm:cxn modelId="{6B9EB948-D5EE-4270-A147-91AAA81E5E83}" type="presParOf" srcId="{5BBE4C2F-95B0-417C-80A8-0ABDA10392CD}" destId="{B5A99CF2-0EFA-4019-B833-274F1937B294}" srcOrd="1" destOrd="0" presId="urn:microsoft.com/office/officeart/2005/8/layout/hierarchy6"/>
    <dgm:cxn modelId="{81548B50-A78E-4A67-98A7-457B0E8876BA}" type="presParOf" srcId="{1957BE32-B1F9-4396-AB7C-D8DAF364CA32}" destId="{219C830C-EA2A-45F6-8740-188024BEC7DC}" srcOrd="1" destOrd="0" presId="urn:microsoft.com/office/officeart/2005/8/layout/hierarchy6"/>
    <dgm:cxn modelId="{39A9F268-CA36-4864-9011-30861F401FA0}" type="presParOf" srcId="{219C830C-EA2A-45F6-8740-188024BEC7DC}" destId="{691C2260-AAEF-4DBB-B23E-C5D07462BF4A}" srcOrd="0" destOrd="0" presId="urn:microsoft.com/office/officeart/2005/8/layout/hierarchy6"/>
    <dgm:cxn modelId="{4F2AA49B-6081-444E-8F33-E4E823AAEDC4}" type="presParOf" srcId="{691C2260-AAEF-4DBB-B23E-C5D07462BF4A}" destId="{D361F677-A0FB-4CD1-B703-C11356E2E51B}" srcOrd="0" destOrd="0" presId="urn:microsoft.com/office/officeart/2005/8/layout/hierarchy6"/>
    <dgm:cxn modelId="{BC08560B-B0A6-4D63-A679-2A2973D89642}" type="presParOf" srcId="{691C2260-AAEF-4DBB-B23E-C5D07462BF4A}" destId="{53236B7B-8EB9-4DA6-95E6-7DBC22D7ACF8}" srcOrd="1" destOrd="0" presId="urn:microsoft.com/office/officeart/2005/8/layout/hierarchy6"/>
    <dgm:cxn modelId="{65E720B4-3204-4CA5-BCFA-A75FAA973A73}" type="presParOf" srcId="{219C830C-EA2A-45F6-8740-188024BEC7DC}" destId="{6FDD2046-D7BC-4351-917D-16175F69C2E8}" srcOrd="1" destOrd="0" presId="urn:microsoft.com/office/officeart/2005/8/layout/hierarchy6"/>
    <dgm:cxn modelId="{AF707F40-D866-42D9-BAEE-7B55E00A47FD}" type="presParOf" srcId="{6FDD2046-D7BC-4351-917D-16175F69C2E8}" destId="{7CF9D7FD-6019-4C45-9671-587EBBD49C09}" srcOrd="0" destOrd="0" presId="urn:microsoft.com/office/officeart/2005/8/layout/hierarchy6"/>
    <dgm:cxn modelId="{6BE854A9-F9BD-475B-801B-EE93D9154843}" type="presParOf" srcId="{219C830C-EA2A-45F6-8740-188024BEC7DC}" destId="{B74C8CF5-D6B0-4856-A240-0084ADA41593}" srcOrd="2" destOrd="0" presId="urn:microsoft.com/office/officeart/2005/8/layout/hierarchy6"/>
    <dgm:cxn modelId="{693719A0-05E5-44DC-A465-A643DBBEB7AC}" type="presParOf" srcId="{B74C8CF5-D6B0-4856-A240-0084ADA41593}" destId="{092A59C2-1E6A-4703-97D8-46FC57C43F8F}" srcOrd="0" destOrd="0" presId="urn:microsoft.com/office/officeart/2005/8/layout/hierarchy6"/>
    <dgm:cxn modelId="{7146BAFE-AB37-4370-82F3-35848F7BA991}" type="presParOf" srcId="{B74C8CF5-D6B0-4856-A240-0084ADA41593}" destId="{AE8E83FA-8943-46E4-B314-0DB256724293}" srcOrd="1" destOrd="0" presId="urn:microsoft.com/office/officeart/2005/8/layout/hierarchy6"/>
    <dgm:cxn modelId="{F39185E8-F9B8-49C6-89E7-C561DFFAF5EE}" type="presParOf" srcId="{219C830C-EA2A-45F6-8740-188024BEC7DC}" destId="{4DEFCEE5-45FF-4F57-9594-D1D7AB0BC768}" srcOrd="3" destOrd="0" presId="urn:microsoft.com/office/officeart/2005/8/layout/hierarchy6"/>
    <dgm:cxn modelId="{BF100C0D-00C0-4769-A606-6F77121F5D4D}" type="presParOf" srcId="{4DEFCEE5-45FF-4F57-9594-D1D7AB0BC768}" destId="{2217129A-0FFF-41E9-AC8A-EE6E8F82626B}" srcOrd="0" destOrd="0" presId="urn:microsoft.com/office/officeart/2005/8/layout/hierarchy6"/>
    <dgm:cxn modelId="{FA096ABC-530C-4AA7-B9C1-1188C17EDA71}" type="presParOf" srcId="{219C830C-EA2A-45F6-8740-188024BEC7DC}" destId="{CFC7A0EF-3C27-4FBD-B557-6DE1C3A339C7}" srcOrd="4" destOrd="0" presId="urn:microsoft.com/office/officeart/2005/8/layout/hierarchy6"/>
    <dgm:cxn modelId="{4A99FDD0-A08C-440C-A70A-D6813F9C1DCF}" type="presParOf" srcId="{CFC7A0EF-3C27-4FBD-B557-6DE1C3A339C7}" destId="{B2D7D290-F91D-42EE-94E7-B47731273074}" srcOrd="0" destOrd="0" presId="urn:microsoft.com/office/officeart/2005/8/layout/hierarchy6"/>
    <dgm:cxn modelId="{8D4F3F53-1138-4548-82EF-E970E9B21541}" type="presParOf" srcId="{CFC7A0EF-3C27-4FBD-B557-6DE1C3A339C7}" destId="{F54B051E-DC1B-4E8E-9982-0A2D15484161}"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7AD58CD-F9F0-4897-9850-6B23872BDE0E}"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nb-NO"/>
        </a:p>
      </dgm:t>
    </dgm:pt>
    <dgm:pt modelId="{E027DA0E-5C23-46FD-B190-D825C1D16F8F}">
      <dgm:prSet phldrT="[Text]"/>
      <dgm:spPr/>
      <dgm:t>
        <a:bodyPr/>
        <a:lstStyle/>
        <a:p>
          <a:r>
            <a:rPr lang="nb-NO" dirty="0" err="1"/>
            <a:t>Integrate</a:t>
          </a:r>
          <a:r>
            <a:rPr lang="nb-NO" dirty="0"/>
            <a:t> </a:t>
          </a:r>
          <a:r>
            <a:rPr lang="nb-NO" dirty="0" err="1"/>
            <a:t>climate</a:t>
          </a:r>
          <a:r>
            <a:rPr lang="nb-NO" dirty="0"/>
            <a:t> data </a:t>
          </a:r>
          <a:r>
            <a:rPr lang="en-US" dirty="0"/>
            <a:t>and air quality data with the ESS </a:t>
          </a:r>
          <a:endParaRPr lang="nb-NO" dirty="0"/>
        </a:p>
      </dgm:t>
    </dgm:pt>
    <dgm:pt modelId="{D867C550-F460-4384-9CFD-B0F24225A5D5}" type="parTrans" cxnId="{CCCC4FD2-82C5-4806-8B50-6F0AF2D17C87}">
      <dgm:prSet/>
      <dgm:spPr/>
      <dgm:t>
        <a:bodyPr/>
        <a:lstStyle/>
        <a:p>
          <a:endParaRPr lang="nb-NO"/>
        </a:p>
      </dgm:t>
    </dgm:pt>
    <dgm:pt modelId="{A7C27CE7-F852-4CE0-8E75-4538D3DBEAB6}" type="sibTrans" cxnId="{CCCC4FD2-82C5-4806-8B50-6F0AF2D17C87}">
      <dgm:prSet/>
      <dgm:spPr/>
      <dgm:t>
        <a:bodyPr/>
        <a:lstStyle/>
        <a:p>
          <a:endParaRPr lang="nb-NO"/>
        </a:p>
      </dgm:t>
    </dgm:pt>
    <dgm:pt modelId="{5E22CBFB-5F66-4068-BAAD-86B14DA187CC}">
      <dgm:prSet phldrT="[Text]"/>
      <dgm:spPr/>
      <dgm:t>
        <a:bodyPr/>
        <a:lstStyle/>
        <a:p>
          <a:r>
            <a:rPr lang="en-US" dirty="0"/>
            <a:t>Process data from</a:t>
          </a:r>
          <a:endParaRPr lang="nb-NO" dirty="0"/>
        </a:p>
        <a:p>
          <a:r>
            <a:rPr lang="nb-NO" dirty="0"/>
            <a:t> ERA5</a:t>
          </a:r>
        </a:p>
      </dgm:t>
    </dgm:pt>
    <dgm:pt modelId="{4B652668-0A5F-48EF-BACB-4B120D1C6D50}" type="parTrans" cxnId="{DD797A28-9065-43B5-822E-6FCB817457B3}">
      <dgm:prSet/>
      <dgm:spPr/>
      <dgm:t>
        <a:bodyPr/>
        <a:lstStyle/>
        <a:p>
          <a:endParaRPr lang="nb-NO"/>
        </a:p>
      </dgm:t>
    </dgm:pt>
    <dgm:pt modelId="{BBD62D2E-CFBF-4BBE-A86E-84A99995778C}" type="sibTrans" cxnId="{DD797A28-9065-43B5-822E-6FCB817457B3}">
      <dgm:prSet/>
      <dgm:spPr/>
      <dgm:t>
        <a:bodyPr/>
        <a:lstStyle/>
        <a:p>
          <a:endParaRPr lang="nb-NO"/>
        </a:p>
      </dgm:t>
    </dgm:pt>
    <dgm:pt modelId="{723D7ABF-0F22-42DC-8F46-53429C7D61D1}">
      <dgm:prSet phldrT="[Text]"/>
      <dgm:spPr/>
      <dgm:t>
        <a:bodyPr/>
        <a:lstStyle/>
        <a:p>
          <a:r>
            <a:rPr lang="en-US" dirty="0"/>
            <a:t>Create variable</a:t>
          </a:r>
        </a:p>
        <a:p>
          <a:r>
            <a:rPr lang="en-US" dirty="0" err="1"/>
            <a:t>tempdca</a:t>
          </a:r>
          <a:endParaRPr lang="nb-NO" dirty="0"/>
        </a:p>
      </dgm:t>
    </dgm:pt>
    <dgm:pt modelId="{B901FDC9-F795-4068-AE00-715414AD9BC6}" type="parTrans" cxnId="{8858F2A4-0EDB-4C41-880F-11058DFE0B7A}">
      <dgm:prSet/>
      <dgm:spPr/>
      <dgm:t>
        <a:bodyPr/>
        <a:lstStyle/>
        <a:p>
          <a:endParaRPr lang="nb-NO"/>
        </a:p>
      </dgm:t>
    </dgm:pt>
    <dgm:pt modelId="{63368A44-2A72-4CF1-BC25-22014744092D}" type="sibTrans" cxnId="{8858F2A4-0EDB-4C41-880F-11058DFE0B7A}">
      <dgm:prSet/>
      <dgm:spPr/>
      <dgm:t>
        <a:bodyPr/>
        <a:lstStyle/>
        <a:p>
          <a:endParaRPr lang="nb-NO"/>
        </a:p>
      </dgm:t>
    </dgm:pt>
    <dgm:pt modelId="{79BBDEB9-660D-4AE2-ACC2-04A5013E42F5}">
      <dgm:prSet phldrT="[Text]"/>
      <dgm:spPr/>
      <dgm:t>
        <a:bodyPr/>
        <a:lstStyle/>
        <a:p>
          <a:r>
            <a:rPr lang="en-US" dirty="0"/>
            <a:t>Create variable</a:t>
          </a:r>
        </a:p>
        <a:p>
          <a:r>
            <a:rPr lang="en-US" dirty="0" err="1"/>
            <a:t>paccta</a:t>
          </a:r>
          <a:endParaRPr lang="nb-NO" dirty="0"/>
        </a:p>
      </dgm:t>
    </dgm:pt>
    <dgm:pt modelId="{759ECAA8-5E0A-4FBE-9F1D-D4E09527AB10}" type="parTrans" cxnId="{48DEAC86-18CD-4BDE-97AB-BCBFC7260FDB}">
      <dgm:prSet/>
      <dgm:spPr/>
      <dgm:t>
        <a:bodyPr/>
        <a:lstStyle/>
        <a:p>
          <a:endParaRPr lang="nb-NO"/>
        </a:p>
      </dgm:t>
    </dgm:pt>
    <dgm:pt modelId="{BB8DDC23-DCE6-4A5E-8869-F9CCA29922D9}" type="sibTrans" cxnId="{48DEAC86-18CD-4BDE-97AB-BCBFC7260FDB}">
      <dgm:prSet/>
      <dgm:spPr/>
      <dgm:t>
        <a:bodyPr/>
        <a:lstStyle/>
        <a:p>
          <a:endParaRPr lang="nb-NO"/>
        </a:p>
      </dgm:t>
    </dgm:pt>
    <dgm:pt modelId="{41382629-A193-4F9E-B0F0-D4935BD6EE03}">
      <dgm:prSet phldrT="[Text]"/>
      <dgm:spPr/>
      <dgm:t>
        <a:bodyPr/>
        <a:lstStyle/>
        <a:p>
          <a:r>
            <a:rPr lang="en-US" dirty="0"/>
            <a:t>Process data from EEA Air Quality</a:t>
          </a:r>
          <a:endParaRPr lang="nb-NO" dirty="0"/>
        </a:p>
      </dgm:t>
    </dgm:pt>
    <dgm:pt modelId="{4FA167E5-7851-49C3-BB34-E8046943E5C7}" type="parTrans" cxnId="{523355D7-FECE-4CF5-A53C-06687BAD4617}">
      <dgm:prSet/>
      <dgm:spPr/>
      <dgm:t>
        <a:bodyPr/>
        <a:lstStyle/>
        <a:p>
          <a:endParaRPr lang="nb-NO"/>
        </a:p>
      </dgm:t>
    </dgm:pt>
    <dgm:pt modelId="{47E28976-C4F9-4AF4-B988-D443E7E5EF53}" type="sibTrans" cxnId="{523355D7-FECE-4CF5-A53C-06687BAD4617}">
      <dgm:prSet/>
      <dgm:spPr/>
      <dgm:t>
        <a:bodyPr/>
        <a:lstStyle/>
        <a:p>
          <a:endParaRPr lang="nb-NO"/>
        </a:p>
      </dgm:t>
    </dgm:pt>
    <dgm:pt modelId="{8425454C-8B95-47EB-9B47-37DCF5BF40C3}">
      <dgm:prSet phldrT="[Text]"/>
      <dgm:spPr/>
      <dgm:t>
        <a:bodyPr/>
        <a:lstStyle/>
        <a:p>
          <a:r>
            <a:rPr lang="nb-NO" dirty="0" err="1"/>
            <a:t>Create</a:t>
          </a:r>
          <a:r>
            <a:rPr lang="nb-NO" dirty="0"/>
            <a:t> variable</a:t>
          </a:r>
        </a:p>
        <a:p>
          <a:r>
            <a:rPr lang="nb-NO" dirty="0" err="1"/>
            <a:t>aqiwd</a:t>
          </a:r>
          <a:endParaRPr lang="nb-NO" dirty="0"/>
        </a:p>
      </dgm:t>
    </dgm:pt>
    <dgm:pt modelId="{455CF6BE-2549-4F66-96D9-D7F445E8B707}" type="parTrans" cxnId="{79B5477F-9E5D-4C80-9A2F-C898DF4CE4C9}">
      <dgm:prSet/>
      <dgm:spPr/>
      <dgm:t>
        <a:bodyPr/>
        <a:lstStyle/>
        <a:p>
          <a:endParaRPr lang="nb-NO"/>
        </a:p>
      </dgm:t>
    </dgm:pt>
    <dgm:pt modelId="{7B876322-148F-4BD2-8B4C-96FD3F375A58}" type="sibTrans" cxnId="{79B5477F-9E5D-4C80-9A2F-C898DF4CE4C9}">
      <dgm:prSet/>
      <dgm:spPr/>
      <dgm:t>
        <a:bodyPr/>
        <a:lstStyle/>
        <a:p>
          <a:endParaRPr lang="nb-NO"/>
        </a:p>
      </dgm:t>
    </dgm:pt>
    <dgm:pt modelId="{7A700858-853C-42CA-BD57-8A31819BFABA}">
      <dgm:prSet phldrT="[Text]"/>
      <dgm:spPr/>
      <dgm:t>
        <a:bodyPr/>
        <a:lstStyle/>
        <a:p>
          <a:r>
            <a:rPr lang="nb-NO" dirty="0"/>
            <a:t>Activity</a:t>
          </a:r>
        </a:p>
      </dgm:t>
    </dgm:pt>
    <dgm:pt modelId="{123E4DDF-8177-4E54-BC1F-78B1ED6B89F7}" type="parTrans" cxnId="{A8ED1068-18BF-43BB-8950-58AE73957948}">
      <dgm:prSet/>
      <dgm:spPr/>
      <dgm:t>
        <a:bodyPr/>
        <a:lstStyle/>
        <a:p>
          <a:endParaRPr lang="nb-NO"/>
        </a:p>
      </dgm:t>
    </dgm:pt>
    <dgm:pt modelId="{75D4B7DB-3417-4371-A4C3-DD4A455CD616}" type="sibTrans" cxnId="{A8ED1068-18BF-43BB-8950-58AE73957948}">
      <dgm:prSet/>
      <dgm:spPr/>
      <dgm:t>
        <a:bodyPr/>
        <a:lstStyle/>
        <a:p>
          <a:endParaRPr lang="nb-NO"/>
        </a:p>
      </dgm:t>
    </dgm:pt>
    <dgm:pt modelId="{660AF7B5-F32E-4A74-8B2E-DAF55352EDA7}">
      <dgm:prSet phldrT="[Text]"/>
      <dgm:spPr/>
      <dgm:t>
        <a:bodyPr/>
        <a:lstStyle/>
        <a:p>
          <a:r>
            <a:rPr lang="nb-NO" dirty="0"/>
            <a:t>Sub-Activity</a:t>
          </a:r>
        </a:p>
      </dgm:t>
    </dgm:pt>
    <dgm:pt modelId="{E8ED2378-BBD5-4C98-BA2D-46F5A51E08F6}" type="parTrans" cxnId="{FB92C3B4-4B2A-40B4-8A0B-D1784E91353E}">
      <dgm:prSet/>
      <dgm:spPr/>
      <dgm:t>
        <a:bodyPr/>
        <a:lstStyle/>
        <a:p>
          <a:endParaRPr lang="nb-NO"/>
        </a:p>
      </dgm:t>
    </dgm:pt>
    <dgm:pt modelId="{BB92F7D6-D001-4118-A786-92843EA20EB9}" type="sibTrans" cxnId="{FB92C3B4-4B2A-40B4-8A0B-D1784E91353E}">
      <dgm:prSet/>
      <dgm:spPr/>
      <dgm:t>
        <a:bodyPr/>
        <a:lstStyle/>
        <a:p>
          <a:endParaRPr lang="nb-NO"/>
        </a:p>
      </dgm:t>
    </dgm:pt>
    <dgm:pt modelId="{26A9AF63-AD38-4967-9098-C38A5883C79F}">
      <dgm:prSet phldrT="[Text]"/>
      <dgm:spPr/>
      <dgm:t>
        <a:bodyPr/>
        <a:lstStyle/>
        <a:p>
          <a:r>
            <a:rPr lang="nb-NO" dirty="0" err="1"/>
            <a:t>Step</a:t>
          </a:r>
          <a:endParaRPr lang="nb-NO" dirty="0"/>
        </a:p>
      </dgm:t>
    </dgm:pt>
    <dgm:pt modelId="{5E020ACD-9C29-401A-9881-21F2A6CD9F4D}" type="parTrans" cxnId="{3236F597-9A0E-4ED1-8E7D-BA383A89353B}">
      <dgm:prSet/>
      <dgm:spPr/>
      <dgm:t>
        <a:bodyPr/>
        <a:lstStyle/>
        <a:p>
          <a:endParaRPr lang="nb-NO"/>
        </a:p>
      </dgm:t>
    </dgm:pt>
    <dgm:pt modelId="{4B9F9FAC-7709-49D6-9127-A31F6D515244}" type="sibTrans" cxnId="{3236F597-9A0E-4ED1-8E7D-BA383A89353B}">
      <dgm:prSet/>
      <dgm:spPr/>
      <dgm:t>
        <a:bodyPr/>
        <a:lstStyle/>
        <a:p>
          <a:endParaRPr lang="nb-NO"/>
        </a:p>
      </dgm:t>
    </dgm:pt>
    <dgm:pt modelId="{1957BE32-B1F9-4396-AB7C-D8DAF364CA32}" type="pres">
      <dgm:prSet presAssocID="{67AD58CD-F9F0-4897-9850-6B23872BDE0E}" presName="mainComposite" presStyleCnt="0">
        <dgm:presLayoutVars>
          <dgm:chPref val="1"/>
          <dgm:dir/>
          <dgm:animOne val="branch"/>
          <dgm:animLvl val="lvl"/>
          <dgm:resizeHandles val="exact"/>
        </dgm:presLayoutVars>
      </dgm:prSet>
      <dgm:spPr/>
    </dgm:pt>
    <dgm:pt modelId="{0DA1869E-7950-41E0-A36B-5B686EAA9F92}" type="pres">
      <dgm:prSet presAssocID="{67AD58CD-F9F0-4897-9850-6B23872BDE0E}" presName="hierFlow" presStyleCnt="0"/>
      <dgm:spPr/>
    </dgm:pt>
    <dgm:pt modelId="{BB9B4A67-A8DC-4105-B52D-216F343AF0B3}" type="pres">
      <dgm:prSet presAssocID="{67AD58CD-F9F0-4897-9850-6B23872BDE0E}" presName="firstBuf" presStyleCnt="0"/>
      <dgm:spPr/>
    </dgm:pt>
    <dgm:pt modelId="{7B596B57-A130-48CD-8260-5B8E5163A2EB}" type="pres">
      <dgm:prSet presAssocID="{67AD58CD-F9F0-4897-9850-6B23872BDE0E}" presName="hierChild1" presStyleCnt="0">
        <dgm:presLayoutVars>
          <dgm:chPref val="1"/>
          <dgm:animOne val="branch"/>
          <dgm:animLvl val="lvl"/>
        </dgm:presLayoutVars>
      </dgm:prSet>
      <dgm:spPr/>
    </dgm:pt>
    <dgm:pt modelId="{6854ADA8-AD1F-43BE-B41B-574AAD009011}" type="pres">
      <dgm:prSet presAssocID="{E027DA0E-5C23-46FD-B190-D825C1D16F8F}" presName="Name14" presStyleCnt="0"/>
      <dgm:spPr/>
    </dgm:pt>
    <dgm:pt modelId="{E92D00B6-1461-48DF-8A94-C424A97F3ABA}" type="pres">
      <dgm:prSet presAssocID="{E027DA0E-5C23-46FD-B190-D825C1D16F8F}" presName="level1Shape" presStyleLbl="node0" presStyleIdx="0" presStyleCnt="1">
        <dgm:presLayoutVars>
          <dgm:chPref val="3"/>
        </dgm:presLayoutVars>
      </dgm:prSet>
      <dgm:spPr/>
    </dgm:pt>
    <dgm:pt modelId="{CB0F6D73-0E94-4F46-A949-4162E1457D06}" type="pres">
      <dgm:prSet presAssocID="{E027DA0E-5C23-46FD-B190-D825C1D16F8F}" presName="hierChild2" presStyleCnt="0"/>
      <dgm:spPr/>
    </dgm:pt>
    <dgm:pt modelId="{95A1ACC0-320C-4D18-99D8-923391F54383}" type="pres">
      <dgm:prSet presAssocID="{4B652668-0A5F-48EF-BACB-4B120D1C6D50}" presName="Name19" presStyleLbl="parChTrans1D2" presStyleIdx="0" presStyleCnt="2"/>
      <dgm:spPr/>
    </dgm:pt>
    <dgm:pt modelId="{BEE1E904-A46A-4B15-B363-78A1E54C2472}" type="pres">
      <dgm:prSet presAssocID="{5E22CBFB-5F66-4068-BAAD-86B14DA187CC}" presName="Name21" presStyleCnt="0"/>
      <dgm:spPr/>
    </dgm:pt>
    <dgm:pt modelId="{077EF4D1-1384-4F93-8798-BB5DF3628808}" type="pres">
      <dgm:prSet presAssocID="{5E22CBFB-5F66-4068-BAAD-86B14DA187CC}" presName="level2Shape" presStyleLbl="node2" presStyleIdx="0" presStyleCnt="2"/>
      <dgm:spPr/>
    </dgm:pt>
    <dgm:pt modelId="{14599640-19C7-4047-9FBD-44EAFAC1C866}" type="pres">
      <dgm:prSet presAssocID="{5E22CBFB-5F66-4068-BAAD-86B14DA187CC}" presName="hierChild3" presStyleCnt="0"/>
      <dgm:spPr/>
    </dgm:pt>
    <dgm:pt modelId="{EF7843F3-A87E-4AB1-A5E1-99F8E7444484}" type="pres">
      <dgm:prSet presAssocID="{B901FDC9-F795-4068-AE00-715414AD9BC6}" presName="Name19" presStyleLbl="parChTrans1D3" presStyleIdx="0" presStyleCnt="3"/>
      <dgm:spPr/>
    </dgm:pt>
    <dgm:pt modelId="{168A2FF8-E71A-4B7B-98A7-F98EB6BC012A}" type="pres">
      <dgm:prSet presAssocID="{723D7ABF-0F22-42DC-8F46-53429C7D61D1}" presName="Name21" presStyleCnt="0"/>
      <dgm:spPr/>
    </dgm:pt>
    <dgm:pt modelId="{2E6D2DE3-425E-4147-BCF5-2D813B48773B}" type="pres">
      <dgm:prSet presAssocID="{723D7ABF-0F22-42DC-8F46-53429C7D61D1}" presName="level2Shape" presStyleLbl="node3" presStyleIdx="0" presStyleCnt="3"/>
      <dgm:spPr/>
    </dgm:pt>
    <dgm:pt modelId="{FB6BA36E-4ED5-4DF6-964F-56B0A87EBA29}" type="pres">
      <dgm:prSet presAssocID="{723D7ABF-0F22-42DC-8F46-53429C7D61D1}" presName="hierChild3" presStyleCnt="0"/>
      <dgm:spPr/>
    </dgm:pt>
    <dgm:pt modelId="{BBCE2FB8-C96F-46E8-97D9-DF7F80C25DB7}" type="pres">
      <dgm:prSet presAssocID="{759ECAA8-5E0A-4FBE-9F1D-D4E09527AB10}" presName="Name19" presStyleLbl="parChTrans1D3" presStyleIdx="1" presStyleCnt="3"/>
      <dgm:spPr/>
    </dgm:pt>
    <dgm:pt modelId="{4BAEBC19-8194-4019-AE37-05892394C507}" type="pres">
      <dgm:prSet presAssocID="{79BBDEB9-660D-4AE2-ACC2-04A5013E42F5}" presName="Name21" presStyleCnt="0"/>
      <dgm:spPr/>
    </dgm:pt>
    <dgm:pt modelId="{7DF8E761-1F06-4330-A3F7-AD9E8ACD6CCD}" type="pres">
      <dgm:prSet presAssocID="{79BBDEB9-660D-4AE2-ACC2-04A5013E42F5}" presName="level2Shape" presStyleLbl="node3" presStyleIdx="1" presStyleCnt="3"/>
      <dgm:spPr/>
    </dgm:pt>
    <dgm:pt modelId="{53DB02F1-944E-43D0-A0E3-4BB6716F2DEC}" type="pres">
      <dgm:prSet presAssocID="{79BBDEB9-660D-4AE2-ACC2-04A5013E42F5}" presName="hierChild3" presStyleCnt="0"/>
      <dgm:spPr/>
    </dgm:pt>
    <dgm:pt modelId="{AFDE0837-7F9E-4603-A206-0BB794A96542}" type="pres">
      <dgm:prSet presAssocID="{4FA167E5-7851-49C3-BB34-E8046943E5C7}" presName="Name19" presStyleLbl="parChTrans1D2" presStyleIdx="1" presStyleCnt="2"/>
      <dgm:spPr/>
    </dgm:pt>
    <dgm:pt modelId="{E306420D-537C-4C21-A87E-2F7850E7E4FC}" type="pres">
      <dgm:prSet presAssocID="{41382629-A193-4F9E-B0F0-D4935BD6EE03}" presName="Name21" presStyleCnt="0"/>
      <dgm:spPr/>
    </dgm:pt>
    <dgm:pt modelId="{37468A51-6893-4A04-95EA-17D69F679C6C}" type="pres">
      <dgm:prSet presAssocID="{41382629-A193-4F9E-B0F0-D4935BD6EE03}" presName="level2Shape" presStyleLbl="node2" presStyleIdx="1" presStyleCnt="2"/>
      <dgm:spPr/>
    </dgm:pt>
    <dgm:pt modelId="{34049ED2-B436-4A45-B476-8F13E89F49C7}" type="pres">
      <dgm:prSet presAssocID="{41382629-A193-4F9E-B0F0-D4935BD6EE03}" presName="hierChild3" presStyleCnt="0"/>
      <dgm:spPr/>
    </dgm:pt>
    <dgm:pt modelId="{BEAD1235-75A8-4C6A-9E3A-396A7A369C58}" type="pres">
      <dgm:prSet presAssocID="{455CF6BE-2549-4F66-96D9-D7F445E8B707}" presName="Name19" presStyleLbl="parChTrans1D3" presStyleIdx="2" presStyleCnt="3"/>
      <dgm:spPr/>
    </dgm:pt>
    <dgm:pt modelId="{5BBE4C2F-95B0-417C-80A8-0ABDA10392CD}" type="pres">
      <dgm:prSet presAssocID="{8425454C-8B95-47EB-9B47-37DCF5BF40C3}" presName="Name21" presStyleCnt="0"/>
      <dgm:spPr/>
    </dgm:pt>
    <dgm:pt modelId="{2F91666D-9FA5-4C3B-9521-62FD90601B51}" type="pres">
      <dgm:prSet presAssocID="{8425454C-8B95-47EB-9B47-37DCF5BF40C3}" presName="level2Shape" presStyleLbl="node3" presStyleIdx="2" presStyleCnt="3"/>
      <dgm:spPr/>
    </dgm:pt>
    <dgm:pt modelId="{B5A99CF2-0EFA-4019-B833-274F1937B294}" type="pres">
      <dgm:prSet presAssocID="{8425454C-8B95-47EB-9B47-37DCF5BF40C3}" presName="hierChild3" presStyleCnt="0"/>
      <dgm:spPr/>
    </dgm:pt>
    <dgm:pt modelId="{219C830C-EA2A-45F6-8740-188024BEC7DC}" type="pres">
      <dgm:prSet presAssocID="{67AD58CD-F9F0-4897-9850-6B23872BDE0E}" presName="bgShapesFlow" presStyleCnt="0"/>
      <dgm:spPr/>
    </dgm:pt>
    <dgm:pt modelId="{691C2260-AAEF-4DBB-B23E-C5D07462BF4A}" type="pres">
      <dgm:prSet presAssocID="{7A700858-853C-42CA-BD57-8A31819BFABA}" presName="rectComp" presStyleCnt="0"/>
      <dgm:spPr/>
    </dgm:pt>
    <dgm:pt modelId="{D361F677-A0FB-4CD1-B703-C11356E2E51B}" type="pres">
      <dgm:prSet presAssocID="{7A700858-853C-42CA-BD57-8A31819BFABA}" presName="bgRect" presStyleLbl="bgShp" presStyleIdx="0" presStyleCnt="3"/>
      <dgm:spPr/>
    </dgm:pt>
    <dgm:pt modelId="{53236B7B-8EB9-4DA6-95E6-7DBC22D7ACF8}" type="pres">
      <dgm:prSet presAssocID="{7A700858-853C-42CA-BD57-8A31819BFABA}" presName="bgRectTx" presStyleLbl="bgShp" presStyleIdx="0" presStyleCnt="3">
        <dgm:presLayoutVars>
          <dgm:bulletEnabled val="1"/>
        </dgm:presLayoutVars>
      </dgm:prSet>
      <dgm:spPr/>
    </dgm:pt>
    <dgm:pt modelId="{6FDD2046-D7BC-4351-917D-16175F69C2E8}" type="pres">
      <dgm:prSet presAssocID="{7A700858-853C-42CA-BD57-8A31819BFABA}" presName="spComp" presStyleCnt="0"/>
      <dgm:spPr/>
    </dgm:pt>
    <dgm:pt modelId="{7CF9D7FD-6019-4C45-9671-587EBBD49C09}" type="pres">
      <dgm:prSet presAssocID="{7A700858-853C-42CA-BD57-8A31819BFABA}" presName="vSp" presStyleCnt="0"/>
      <dgm:spPr/>
    </dgm:pt>
    <dgm:pt modelId="{B74C8CF5-D6B0-4856-A240-0084ADA41593}" type="pres">
      <dgm:prSet presAssocID="{660AF7B5-F32E-4A74-8B2E-DAF55352EDA7}" presName="rectComp" presStyleCnt="0"/>
      <dgm:spPr/>
    </dgm:pt>
    <dgm:pt modelId="{092A59C2-1E6A-4703-97D8-46FC57C43F8F}" type="pres">
      <dgm:prSet presAssocID="{660AF7B5-F32E-4A74-8B2E-DAF55352EDA7}" presName="bgRect" presStyleLbl="bgShp" presStyleIdx="1" presStyleCnt="3"/>
      <dgm:spPr/>
    </dgm:pt>
    <dgm:pt modelId="{AE8E83FA-8943-46E4-B314-0DB256724293}" type="pres">
      <dgm:prSet presAssocID="{660AF7B5-F32E-4A74-8B2E-DAF55352EDA7}" presName="bgRectTx" presStyleLbl="bgShp" presStyleIdx="1" presStyleCnt="3">
        <dgm:presLayoutVars>
          <dgm:bulletEnabled val="1"/>
        </dgm:presLayoutVars>
      </dgm:prSet>
      <dgm:spPr/>
    </dgm:pt>
    <dgm:pt modelId="{4DEFCEE5-45FF-4F57-9594-D1D7AB0BC768}" type="pres">
      <dgm:prSet presAssocID="{660AF7B5-F32E-4A74-8B2E-DAF55352EDA7}" presName="spComp" presStyleCnt="0"/>
      <dgm:spPr/>
    </dgm:pt>
    <dgm:pt modelId="{2217129A-0FFF-41E9-AC8A-EE6E8F82626B}" type="pres">
      <dgm:prSet presAssocID="{660AF7B5-F32E-4A74-8B2E-DAF55352EDA7}" presName="vSp" presStyleCnt="0"/>
      <dgm:spPr/>
    </dgm:pt>
    <dgm:pt modelId="{CFC7A0EF-3C27-4FBD-B557-6DE1C3A339C7}" type="pres">
      <dgm:prSet presAssocID="{26A9AF63-AD38-4967-9098-C38A5883C79F}" presName="rectComp" presStyleCnt="0"/>
      <dgm:spPr/>
    </dgm:pt>
    <dgm:pt modelId="{B2D7D290-F91D-42EE-94E7-B47731273074}" type="pres">
      <dgm:prSet presAssocID="{26A9AF63-AD38-4967-9098-C38A5883C79F}" presName="bgRect" presStyleLbl="bgShp" presStyleIdx="2" presStyleCnt="3"/>
      <dgm:spPr/>
    </dgm:pt>
    <dgm:pt modelId="{F54B051E-DC1B-4E8E-9982-0A2D15484161}" type="pres">
      <dgm:prSet presAssocID="{26A9AF63-AD38-4967-9098-C38A5883C79F}" presName="bgRectTx" presStyleLbl="bgShp" presStyleIdx="2" presStyleCnt="3">
        <dgm:presLayoutVars>
          <dgm:bulletEnabled val="1"/>
        </dgm:presLayoutVars>
      </dgm:prSet>
      <dgm:spPr/>
    </dgm:pt>
  </dgm:ptLst>
  <dgm:cxnLst>
    <dgm:cxn modelId="{AE828713-72B1-4780-9D9B-9796267B2FD7}" type="presOf" srcId="{723D7ABF-0F22-42DC-8F46-53429C7D61D1}" destId="{2E6D2DE3-425E-4147-BCF5-2D813B48773B}" srcOrd="0" destOrd="0" presId="urn:microsoft.com/office/officeart/2005/8/layout/hierarchy6"/>
    <dgm:cxn modelId="{4478691D-DDAD-4A77-A25E-A2AD3F39269E}" type="presOf" srcId="{8425454C-8B95-47EB-9B47-37DCF5BF40C3}" destId="{2F91666D-9FA5-4C3B-9521-62FD90601B51}" srcOrd="0" destOrd="0" presId="urn:microsoft.com/office/officeart/2005/8/layout/hierarchy6"/>
    <dgm:cxn modelId="{DD797A28-9065-43B5-822E-6FCB817457B3}" srcId="{E027DA0E-5C23-46FD-B190-D825C1D16F8F}" destId="{5E22CBFB-5F66-4068-BAAD-86B14DA187CC}" srcOrd="0" destOrd="0" parTransId="{4B652668-0A5F-48EF-BACB-4B120D1C6D50}" sibTransId="{BBD62D2E-CFBF-4BBE-A86E-84A99995778C}"/>
    <dgm:cxn modelId="{F2FA2339-EAD1-4C1F-B75C-2ACE76780AE4}" type="presOf" srcId="{E027DA0E-5C23-46FD-B190-D825C1D16F8F}" destId="{E92D00B6-1461-48DF-8A94-C424A97F3ABA}" srcOrd="0" destOrd="0" presId="urn:microsoft.com/office/officeart/2005/8/layout/hierarchy6"/>
    <dgm:cxn modelId="{160E0A3C-9E75-40C4-AC5F-2073D51788EE}" type="presOf" srcId="{4FA167E5-7851-49C3-BB34-E8046943E5C7}" destId="{AFDE0837-7F9E-4603-A206-0BB794A96542}" srcOrd="0" destOrd="0" presId="urn:microsoft.com/office/officeart/2005/8/layout/hierarchy6"/>
    <dgm:cxn modelId="{1EFF7D3F-FAB8-44F8-A294-96D5105BF1C4}" type="presOf" srcId="{7A700858-853C-42CA-BD57-8A31819BFABA}" destId="{53236B7B-8EB9-4DA6-95E6-7DBC22D7ACF8}" srcOrd="1" destOrd="0" presId="urn:microsoft.com/office/officeart/2005/8/layout/hierarchy6"/>
    <dgm:cxn modelId="{A8ED1068-18BF-43BB-8950-58AE73957948}" srcId="{67AD58CD-F9F0-4897-9850-6B23872BDE0E}" destId="{7A700858-853C-42CA-BD57-8A31819BFABA}" srcOrd="1" destOrd="0" parTransId="{123E4DDF-8177-4E54-BC1F-78B1ED6B89F7}" sibTransId="{75D4B7DB-3417-4371-A4C3-DD4A455CD616}"/>
    <dgm:cxn modelId="{A2964268-CC37-4FFC-830E-DEFB240ACF8F}" type="presOf" srcId="{660AF7B5-F32E-4A74-8B2E-DAF55352EDA7}" destId="{AE8E83FA-8943-46E4-B314-0DB256724293}" srcOrd="1" destOrd="0" presId="urn:microsoft.com/office/officeart/2005/8/layout/hierarchy6"/>
    <dgm:cxn modelId="{196C8A4D-CF05-457C-860D-B3BD4CFC116A}" type="presOf" srcId="{660AF7B5-F32E-4A74-8B2E-DAF55352EDA7}" destId="{092A59C2-1E6A-4703-97D8-46FC57C43F8F}" srcOrd="0" destOrd="0" presId="urn:microsoft.com/office/officeart/2005/8/layout/hierarchy6"/>
    <dgm:cxn modelId="{AC27924F-74BA-4712-BA51-4163FF38F89D}" type="presOf" srcId="{67AD58CD-F9F0-4897-9850-6B23872BDE0E}" destId="{1957BE32-B1F9-4396-AB7C-D8DAF364CA32}" srcOrd="0" destOrd="0" presId="urn:microsoft.com/office/officeart/2005/8/layout/hierarchy6"/>
    <dgm:cxn modelId="{DC66E578-DBAE-433D-A817-B27E07BDEB76}" type="presOf" srcId="{4B652668-0A5F-48EF-BACB-4B120D1C6D50}" destId="{95A1ACC0-320C-4D18-99D8-923391F54383}" srcOrd="0" destOrd="0" presId="urn:microsoft.com/office/officeart/2005/8/layout/hierarchy6"/>
    <dgm:cxn modelId="{22E3175A-3950-45F3-AF9A-9E2EADDBBE64}" type="presOf" srcId="{759ECAA8-5E0A-4FBE-9F1D-D4E09527AB10}" destId="{BBCE2FB8-C96F-46E8-97D9-DF7F80C25DB7}" srcOrd="0" destOrd="0" presId="urn:microsoft.com/office/officeart/2005/8/layout/hierarchy6"/>
    <dgm:cxn modelId="{D730515A-4812-4B2B-A6E3-B0450BC7E0A6}" type="presOf" srcId="{B901FDC9-F795-4068-AE00-715414AD9BC6}" destId="{EF7843F3-A87E-4AB1-A5E1-99F8E7444484}" srcOrd="0" destOrd="0" presId="urn:microsoft.com/office/officeart/2005/8/layout/hierarchy6"/>
    <dgm:cxn modelId="{301FCF7D-D724-44C3-A199-0A68C512F7D0}" type="presOf" srcId="{26A9AF63-AD38-4967-9098-C38A5883C79F}" destId="{B2D7D290-F91D-42EE-94E7-B47731273074}" srcOrd="0" destOrd="0" presId="urn:microsoft.com/office/officeart/2005/8/layout/hierarchy6"/>
    <dgm:cxn modelId="{79B5477F-9E5D-4C80-9A2F-C898DF4CE4C9}" srcId="{41382629-A193-4F9E-B0F0-D4935BD6EE03}" destId="{8425454C-8B95-47EB-9B47-37DCF5BF40C3}" srcOrd="0" destOrd="0" parTransId="{455CF6BE-2549-4F66-96D9-D7F445E8B707}" sibTransId="{7B876322-148F-4BD2-8B4C-96FD3F375A58}"/>
    <dgm:cxn modelId="{48DEAC86-18CD-4BDE-97AB-BCBFC7260FDB}" srcId="{5E22CBFB-5F66-4068-BAAD-86B14DA187CC}" destId="{79BBDEB9-660D-4AE2-ACC2-04A5013E42F5}" srcOrd="1" destOrd="0" parTransId="{759ECAA8-5E0A-4FBE-9F1D-D4E09527AB10}" sibTransId="{BB8DDC23-DCE6-4A5E-8869-F9CCA29922D9}"/>
    <dgm:cxn modelId="{3236F597-9A0E-4ED1-8E7D-BA383A89353B}" srcId="{67AD58CD-F9F0-4897-9850-6B23872BDE0E}" destId="{26A9AF63-AD38-4967-9098-C38A5883C79F}" srcOrd="3" destOrd="0" parTransId="{5E020ACD-9C29-401A-9881-21F2A6CD9F4D}" sibTransId="{4B9F9FAC-7709-49D6-9127-A31F6D515244}"/>
    <dgm:cxn modelId="{8858F2A4-0EDB-4C41-880F-11058DFE0B7A}" srcId="{5E22CBFB-5F66-4068-BAAD-86B14DA187CC}" destId="{723D7ABF-0F22-42DC-8F46-53429C7D61D1}" srcOrd="0" destOrd="0" parTransId="{B901FDC9-F795-4068-AE00-715414AD9BC6}" sibTransId="{63368A44-2A72-4CF1-BC25-22014744092D}"/>
    <dgm:cxn modelId="{C6A70BA5-8E95-4C17-BB2F-3781C6E5250B}" type="presOf" srcId="{7A700858-853C-42CA-BD57-8A31819BFABA}" destId="{D361F677-A0FB-4CD1-B703-C11356E2E51B}" srcOrd="0" destOrd="0" presId="urn:microsoft.com/office/officeart/2005/8/layout/hierarchy6"/>
    <dgm:cxn modelId="{FB92C3B4-4B2A-40B4-8A0B-D1784E91353E}" srcId="{67AD58CD-F9F0-4897-9850-6B23872BDE0E}" destId="{660AF7B5-F32E-4A74-8B2E-DAF55352EDA7}" srcOrd="2" destOrd="0" parTransId="{E8ED2378-BBD5-4C98-BA2D-46F5A51E08F6}" sibTransId="{BB92F7D6-D001-4118-A786-92843EA20EB9}"/>
    <dgm:cxn modelId="{CCCC4FD2-82C5-4806-8B50-6F0AF2D17C87}" srcId="{67AD58CD-F9F0-4897-9850-6B23872BDE0E}" destId="{E027DA0E-5C23-46FD-B190-D825C1D16F8F}" srcOrd="0" destOrd="0" parTransId="{D867C550-F460-4384-9CFD-B0F24225A5D5}" sibTransId="{A7C27CE7-F852-4CE0-8E75-4538D3DBEAB6}"/>
    <dgm:cxn modelId="{BFEA0CD7-259D-49F4-8A6D-31C58BF3C4FB}" type="presOf" srcId="{455CF6BE-2549-4F66-96D9-D7F445E8B707}" destId="{BEAD1235-75A8-4C6A-9E3A-396A7A369C58}" srcOrd="0" destOrd="0" presId="urn:microsoft.com/office/officeart/2005/8/layout/hierarchy6"/>
    <dgm:cxn modelId="{523355D7-FECE-4CF5-A53C-06687BAD4617}" srcId="{E027DA0E-5C23-46FD-B190-D825C1D16F8F}" destId="{41382629-A193-4F9E-B0F0-D4935BD6EE03}" srcOrd="1" destOrd="0" parTransId="{4FA167E5-7851-49C3-BB34-E8046943E5C7}" sibTransId="{47E28976-C4F9-4AF4-B988-D443E7E5EF53}"/>
    <dgm:cxn modelId="{9EAAD2D8-DC2B-401B-B600-C9EFC8951545}" type="presOf" srcId="{26A9AF63-AD38-4967-9098-C38A5883C79F}" destId="{F54B051E-DC1B-4E8E-9982-0A2D15484161}" srcOrd="1" destOrd="0" presId="urn:microsoft.com/office/officeart/2005/8/layout/hierarchy6"/>
    <dgm:cxn modelId="{F6EA71EF-E3F3-4498-AF0D-56DD9380B040}" type="presOf" srcId="{41382629-A193-4F9E-B0F0-D4935BD6EE03}" destId="{37468A51-6893-4A04-95EA-17D69F679C6C}" srcOrd="0" destOrd="0" presId="urn:microsoft.com/office/officeart/2005/8/layout/hierarchy6"/>
    <dgm:cxn modelId="{D20067F0-9AA4-4BD5-9D80-B8725EF34300}" type="presOf" srcId="{79BBDEB9-660D-4AE2-ACC2-04A5013E42F5}" destId="{7DF8E761-1F06-4330-A3F7-AD9E8ACD6CCD}" srcOrd="0" destOrd="0" presId="urn:microsoft.com/office/officeart/2005/8/layout/hierarchy6"/>
    <dgm:cxn modelId="{D3AFF8FE-D2B9-4E0F-BCA2-2DBA998242E6}" type="presOf" srcId="{5E22CBFB-5F66-4068-BAAD-86B14DA187CC}" destId="{077EF4D1-1384-4F93-8798-BB5DF3628808}" srcOrd="0" destOrd="0" presId="urn:microsoft.com/office/officeart/2005/8/layout/hierarchy6"/>
    <dgm:cxn modelId="{1112D7A0-B37E-49FC-9B2E-B6CC5E4D8F46}" type="presParOf" srcId="{1957BE32-B1F9-4396-AB7C-D8DAF364CA32}" destId="{0DA1869E-7950-41E0-A36B-5B686EAA9F92}" srcOrd="0" destOrd="0" presId="urn:microsoft.com/office/officeart/2005/8/layout/hierarchy6"/>
    <dgm:cxn modelId="{79AE7F00-CF80-4C15-98D3-3E61E83BC152}" type="presParOf" srcId="{0DA1869E-7950-41E0-A36B-5B686EAA9F92}" destId="{BB9B4A67-A8DC-4105-B52D-216F343AF0B3}" srcOrd="0" destOrd="0" presId="urn:microsoft.com/office/officeart/2005/8/layout/hierarchy6"/>
    <dgm:cxn modelId="{0DACFB15-73A9-467B-A0B6-E3C9583FFE6A}" type="presParOf" srcId="{0DA1869E-7950-41E0-A36B-5B686EAA9F92}" destId="{7B596B57-A130-48CD-8260-5B8E5163A2EB}" srcOrd="1" destOrd="0" presId="urn:microsoft.com/office/officeart/2005/8/layout/hierarchy6"/>
    <dgm:cxn modelId="{CE7D7D80-3843-41FF-A5EE-E0B73FEBA825}" type="presParOf" srcId="{7B596B57-A130-48CD-8260-5B8E5163A2EB}" destId="{6854ADA8-AD1F-43BE-B41B-574AAD009011}" srcOrd="0" destOrd="0" presId="urn:microsoft.com/office/officeart/2005/8/layout/hierarchy6"/>
    <dgm:cxn modelId="{93601DB8-253F-475C-9B01-89A9352490AB}" type="presParOf" srcId="{6854ADA8-AD1F-43BE-B41B-574AAD009011}" destId="{E92D00B6-1461-48DF-8A94-C424A97F3ABA}" srcOrd="0" destOrd="0" presId="urn:microsoft.com/office/officeart/2005/8/layout/hierarchy6"/>
    <dgm:cxn modelId="{FB47E6CD-2426-4B87-9F5B-7957EC1DDFD7}" type="presParOf" srcId="{6854ADA8-AD1F-43BE-B41B-574AAD009011}" destId="{CB0F6D73-0E94-4F46-A949-4162E1457D06}" srcOrd="1" destOrd="0" presId="urn:microsoft.com/office/officeart/2005/8/layout/hierarchy6"/>
    <dgm:cxn modelId="{3F91EBED-0316-47A1-A425-23D933BF9EF1}" type="presParOf" srcId="{CB0F6D73-0E94-4F46-A949-4162E1457D06}" destId="{95A1ACC0-320C-4D18-99D8-923391F54383}" srcOrd="0" destOrd="0" presId="urn:microsoft.com/office/officeart/2005/8/layout/hierarchy6"/>
    <dgm:cxn modelId="{54B86BF9-15C6-4A03-8558-F119F8752C4F}" type="presParOf" srcId="{CB0F6D73-0E94-4F46-A949-4162E1457D06}" destId="{BEE1E904-A46A-4B15-B363-78A1E54C2472}" srcOrd="1" destOrd="0" presId="urn:microsoft.com/office/officeart/2005/8/layout/hierarchy6"/>
    <dgm:cxn modelId="{67A83A33-0B3F-4902-BC2D-FE6821EC01BF}" type="presParOf" srcId="{BEE1E904-A46A-4B15-B363-78A1E54C2472}" destId="{077EF4D1-1384-4F93-8798-BB5DF3628808}" srcOrd="0" destOrd="0" presId="urn:microsoft.com/office/officeart/2005/8/layout/hierarchy6"/>
    <dgm:cxn modelId="{2CCAD198-95D0-48D0-9BEA-89BF0D7C47DF}" type="presParOf" srcId="{BEE1E904-A46A-4B15-B363-78A1E54C2472}" destId="{14599640-19C7-4047-9FBD-44EAFAC1C866}" srcOrd="1" destOrd="0" presId="urn:microsoft.com/office/officeart/2005/8/layout/hierarchy6"/>
    <dgm:cxn modelId="{50A020D1-5413-47CB-90C3-5214C84F17F9}" type="presParOf" srcId="{14599640-19C7-4047-9FBD-44EAFAC1C866}" destId="{EF7843F3-A87E-4AB1-A5E1-99F8E7444484}" srcOrd="0" destOrd="0" presId="urn:microsoft.com/office/officeart/2005/8/layout/hierarchy6"/>
    <dgm:cxn modelId="{6B396354-7C1D-4340-AC3B-2EA89ABF7025}" type="presParOf" srcId="{14599640-19C7-4047-9FBD-44EAFAC1C866}" destId="{168A2FF8-E71A-4B7B-98A7-F98EB6BC012A}" srcOrd="1" destOrd="0" presId="urn:microsoft.com/office/officeart/2005/8/layout/hierarchy6"/>
    <dgm:cxn modelId="{5AE26EF1-C852-4EA4-9477-1CE2DE64AB82}" type="presParOf" srcId="{168A2FF8-E71A-4B7B-98A7-F98EB6BC012A}" destId="{2E6D2DE3-425E-4147-BCF5-2D813B48773B}" srcOrd="0" destOrd="0" presId="urn:microsoft.com/office/officeart/2005/8/layout/hierarchy6"/>
    <dgm:cxn modelId="{2B1F4758-65AA-4BBC-93D4-D35628759ED9}" type="presParOf" srcId="{168A2FF8-E71A-4B7B-98A7-F98EB6BC012A}" destId="{FB6BA36E-4ED5-4DF6-964F-56B0A87EBA29}" srcOrd="1" destOrd="0" presId="urn:microsoft.com/office/officeart/2005/8/layout/hierarchy6"/>
    <dgm:cxn modelId="{57D61369-B472-4A56-935B-49813D0B988A}" type="presParOf" srcId="{14599640-19C7-4047-9FBD-44EAFAC1C866}" destId="{BBCE2FB8-C96F-46E8-97D9-DF7F80C25DB7}" srcOrd="2" destOrd="0" presId="urn:microsoft.com/office/officeart/2005/8/layout/hierarchy6"/>
    <dgm:cxn modelId="{5EFECBCC-653E-462E-9115-127813BC462E}" type="presParOf" srcId="{14599640-19C7-4047-9FBD-44EAFAC1C866}" destId="{4BAEBC19-8194-4019-AE37-05892394C507}" srcOrd="3" destOrd="0" presId="urn:microsoft.com/office/officeart/2005/8/layout/hierarchy6"/>
    <dgm:cxn modelId="{6EF46B1B-2782-4676-A0B2-C23E202CD4BF}" type="presParOf" srcId="{4BAEBC19-8194-4019-AE37-05892394C507}" destId="{7DF8E761-1F06-4330-A3F7-AD9E8ACD6CCD}" srcOrd="0" destOrd="0" presId="urn:microsoft.com/office/officeart/2005/8/layout/hierarchy6"/>
    <dgm:cxn modelId="{355B044C-5794-4D4C-97F7-279C9414BF8B}" type="presParOf" srcId="{4BAEBC19-8194-4019-AE37-05892394C507}" destId="{53DB02F1-944E-43D0-A0E3-4BB6716F2DEC}" srcOrd="1" destOrd="0" presId="urn:microsoft.com/office/officeart/2005/8/layout/hierarchy6"/>
    <dgm:cxn modelId="{70768CC0-94E0-4DB3-B4C5-66E4FDA65E55}" type="presParOf" srcId="{CB0F6D73-0E94-4F46-A949-4162E1457D06}" destId="{AFDE0837-7F9E-4603-A206-0BB794A96542}" srcOrd="2" destOrd="0" presId="urn:microsoft.com/office/officeart/2005/8/layout/hierarchy6"/>
    <dgm:cxn modelId="{E726AC91-BDCE-411B-8CBB-779FA014BE61}" type="presParOf" srcId="{CB0F6D73-0E94-4F46-A949-4162E1457D06}" destId="{E306420D-537C-4C21-A87E-2F7850E7E4FC}" srcOrd="3" destOrd="0" presId="urn:microsoft.com/office/officeart/2005/8/layout/hierarchy6"/>
    <dgm:cxn modelId="{6480AE2F-B0A5-4DA3-A73E-F4831638CE16}" type="presParOf" srcId="{E306420D-537C-4C21-A87E-2F7850E7E4FC}" destId="{37468A51-6893-4A04-95EA-17D69F679C6C}" srcOrd="0" destOrd="0" presId="urn:microsoft.com/office/officeart/2005/8/layout/hierarchy6"/>
    <dgm:cxn modelId="{0A8C14DB-1BB7-4756-8090-1065FDDFA606}" type="presParOf" srcId="{E306420D-537C-4C21-A87E-2F7850E7E4FC}" destId="{34049ED2-B436-4A45-B476-8F13E89F49C7}" srcOrd="1" destOrd="0" presId="urn:microsoft.com/office/officeart/2005/8/layout/hierarchy6"/>
    <dgm:cxn modelId="{9E5E5BBE-EBBB-4787-A60B-0F2DC7D1DF36}" type="presParOf" srcId="{34049ED2-B436-4A45-B476-8F13E89F49C7}" destId="{BEAD1235-75A8-4C6A-9E3A-396A7A369C58}" srcOrd="0" destOrd="0" presId="urn:microsoft.com/office/officeart/2005/8/layout/hierarchy6"/>
    <dgm:cxn modelId="{F213AF78-4CE0-469C-8245-0ED1D2871F54}" type="presParOf" srcId="{34049ED2-B436-4A45-B476-8F13E89F49C7}" destId="{5BBE4C2F-95B0-417C-80A8-0ABDA10392CD}" srcOrd="1" destOrd="0" presId="urn:microsoft.com/office/officeart/2005/8/layout/hierarchy6"/>
    <dgm:cxn modelId="{43DE318B-C1F0-4810-91A2-26259B748CE9}" type="presParOf" srcId="{5BBE4C2F-95B0-417C-80A8-0ABDA10392CD}" destId="{2F91666D-9FA5-4C3B-9521-62FD90601B51}" srcOrd="0" destOrd="0" presId="urn:microsoft.com/office/officeart/2005/8/layout/hierarchy6"/>
    <dgm:cxn modelId="{6B9EB948-D5EE-4270-A147-91AAA81E5E83}" type="presParOf" srcId="{5BBE4C2F-95B0-417C-80A8-0ABDA10392CD}" destId="{B5A99CF2-0EFA-4019-B833-274F1937B294}" srcOrd="1" destOrd="0" presId="urn:microsoft.com/office/officeart/2005/8/layout/hierarchy6"/>
    <dgm:cxn modelId="{81548B50-A78E-4A67-98A7-457B0E8876BA}" type="presParOf" srcId="{1957BE32-B1F9-4396-AB7C-D8DAF364CA32}" destId="{219C830C-EA2A-45F6-8740-188024BEC7DC}" srcOrd="1" destOrd="0" presId="urn:microsoft.com/office/officeart/2005/8/layout/hierarchy6"/>
    <dgm:cxn modelId="{39A9F268-CA36-4864-9011-30861F401FA0}" type="presParOf" srcId="{219C830C-EA2A-45F6-8740-188024BEC7DC}" destId="{691C2260-AAEF-4DBB-B23E-C5D07462BF4A}" srcOrd="0" destOrd="0" presId="urn:microsoft.com/office/officeart/2005/8/layout/hierarchy6"/>
    <dgm:cxn modelId="{4F2AA49B-6081-444E-8F33-E4E823AAEDC4}" type="presParOf" srcId="{691C2260-AAEF-4DBB-B23E-C5D07462BF4A}" destId="{D361F677-A0FB-4CD1-B703-C11356E2E51B}" srcOrd="0" destOrd="0" presId="urn:microsoft.com/office/officeart/2005/8/layout/hierarchy6"/>
    <dgm:cxn modelId="{BC08560B-B0A6-4D63-A679-2A2973D89642}" type="presParOf" srcId="{691C2260-AAEF-4DBB-B23E-C5D07462BF4A}" destId="{53236B7B-8EB9-4DA6-95E6-7DBC22D7ACF8}" srcOrd="1" destOrd="0" presId="urn:microsoft.com/office/officeart/2005/8/layout/hierarchy6"/>
    <dgm:cxn modelId="{65E720B4-3204-4CA5-BCFA-A75FAA973A73}" type="presParOf" srcId="{219C830C-EA2A-45F6-8740-188024BEC7DC}" destId="{6FDD2046-D7BC-4351-917D-16175F69C2E8}" srcOrd="1" destOrd="0" presId="urn:microsoft.com/office/officeart/2005/8/layout/hierarchy6"/>
    <dgm:cxn modelId="{AF707F40-D866-42D9-BAEE-7B55E00A47FD}" type="presParOf" srcId="{6FDD2046-D7BC-4351-917D-16175F69C2E8}" destId="{7CF9D7FD-6019-4C45-9671-587EBBD49C09}" srcOrd="0" destOrd="0" presId="urn:microsoft.com/office/officeart/2005/8/layout/hierarchy6"/>
    <dgm:cxn modelId="{6BE854A9-F9BD-475B-801B-EE93D9154843}" type="presParOf" srcId="{219C830C-EA2A-45F6-8740-188024BEC7DC}" destId="{B74C8CF5-D6B0-4856-A240-0084ADA41593}" srcOrd="2" destOrd="0" presId="urn:microsoft.com/office/officeart/2005/8/layout/hierarchy6"/>
    <dgm:cxn modelId="{693719A0-05E5-44DC-A465-A643DBBEB7AC}" type="presParOf" srcId="{B74C8CF5-D6B0-4856-A240-0084ADA41593}" destId="{092A59C2-1E6A-4703-97D8-46FC57C43F8F}" srcOrd="0" destOrd="0" presId="urn:microsoft.com/office/officeart/2005/8/layout/hierarchy6"/>
    <dgm:cxn modelId="{7146BAFE-AB37-4370-82F3-35848F7BA991}" type="presParOf" srcId="{B74C8CF5-D6B0-4856-A240-0084ADA41593}" destId="{AE8E83FA-8943-46E4-B314-0DB256724293}" srcOrd="1" destOrd="0" presId="urn:microsoft.com/office/officeart/2005/8/layout/hierarchy6"/>
    <dgm:cxn modelId="{F39185E8-F9B8-49C6-89E7-C561DFFAF5EE}" type="presParOf" srcId="{219C830C-EA2A-45F6-8740-188024BEC7DC}" destId="{4DEFCEE5-45FF-4F57-9594-D1D7AB0BC768}" srcOrd="3" destOrd="0" presId="urn:microsoft.com/office/officeart/2005/8/layout/hierarchy6"/>
    <dgm:cxn modelId="{BF100C0D-00C0-4769-A606-6F77121F5D4D}" type="presParOf" srcId="{4DEFCEE5-45FF-4F57-9594-D1D7AB0BC768}" destId="{2217129A-0FFF-41E9-AC8A-EE6E8F82626B}" srcOrd="0" destOrd="0" presId="urn:microsoft.com/office/officeart/2005/8/layout/hierarchy6"/>
    <dgm:cxn modelId="{FA096ABC-530C-4AA7-B9C1-1188C17EDA71}" type="presParOf" srcId="{219C830C-EA2A-45F6-8740-188024BEC7DC}" destId="{CFC7A0EF-3C27-4FBD-B557-6DE1C3A339C7}" srcOrd="4" destOrd="0" presId="urn:microsoft.com/office/officeart/2005/8/layout/hierarchy6"/>
    <dgm:cxn modelId="{4A99FDD0-A08C-440C-A70A-D6813F9C1DCF}" type="presParOf" srcId="{CFC7A0EF-3C27-4FBD-B557-6DE1C3A339C7}" destId="{B2D7D290-F91D-42EE-94E7-B47731273074}" srcOrd="0" destOrd="0" presId="urn:microsoft.com/office/officeart/2005/8/layout/hierarchy6"/>
    <dgm:cxn modelId="{8D4F3F53-1138-4548-82EF-E970E9B21541}" type="presParOf" srcId="{CFC7A0EF-3C27-4FBD-B557-6DE1C3A339C7}" destId="{F54B051E-DC1B-4E8E-9982-0A2D15484161}"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D7D290-F91D-42EE-94E7-B47731273074}">
      <dsp:nvSpPr>
        <dsp:cNvPr id="0" name=""/>
        <dsp:cNvSpPr/>
      </dsp:nvSpPr>
      <dsp:spPr>
        <a:xfrm>
          <a:off x="0" y="3857813"/>
          <a:ext cx="8683740" cy="13110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nb-NO" sz="3400" kern="1200" dirty="0" err="1"/>
            <a:t>Step</a:t>
          </a:r>
          <a:endParaRPr lang="nb-NO" sz="3400" kern="1200" dirty="0"/>
        </a:p>
      </dsp:txBody>
      <dsp:txXfrm>
        <a:off x="0" y="3857813"/>
        <a:ext cx="2605122" cy="1311041"/>
      </dsp:txXfrm>
    </dsp:sp>
    <dsp:sp modelId="{092A59C2-1E6A-4703-97D8-46FC57C43F8F}">
      <dsp:nvSpPr>
        <dsp:cNvPr id="0" name=""/>
        <dsp:cNvSpPr/>
      </dsp:nvSpPr>
      <dsp:spPr>
        <a:xfrm>
          <a:off x="0" y="2328265"/>
          <a:ext cx="8683740" cy="13110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nb-NO" sz="3400" kern="1200" dirty="0"/>
            <a:t>Sub-Activity</a:t>
          </a:r>
        </a:p>
      </dsp:txBody>
      <dsp:txXfrm>
        <a:off x="0" y="2328265"/>
        <a:ext cx="2605122" cy="1311041"/>
      </dsp:txXfrm>
    </dsp:sp>
    <dsp:sp modelId="{D361F677-A0FB-4CD1-B703-C11356E2E51B}">
      <dsp:nvSpPr>
        <dsp:cNvPr id="0" name=""/>
        <dsp:cNvSpPr/>
      </dsp:nvSpPr>
      <dsp:spPr>
        <a:xfrm>
          <a:off x="0" y="798717"/>
          <a:ext cx="8683740" cy="13110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nb-NO" sz="3400" kern="1200" dirty="0"/>
            <a:t>Activity</a:t>
          </a:r>
        </a:p>
      </dsp:txBody>
      <dsp:txXfrm>
        <a:off x="0" y="798717"/>
        <a:ext cx="2605122" cy="1311041"/>
      </dsp:txXfrm>
    </dsp:sp>
    <dsp:sp modelId="{E92D00B6-1461-48DF-8A94-C424A97F3ABA}">
      <dsp:nvSpPr>
        <dsp:cNvPr id="0" name=""/>
        <dsp:cNvSpPr/>
      </dsp:nvSpPr>
      <dsp:spPr>
        <a:xfrm>
          <a:off x="5270803" y="907971"/>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nb-NO" sz="2800" kern="1200" dirty="0"/>
            <a:t>Activity</a:t>
          </a:r>
        </a:p>
      </dsp:txBody>
      <dsp:txXfrm>
        <a:off x="5302802" y="939970"/>
        <a:ext cx="1574803" cy="1028536"/>
      </dsp:txXfrm>
    </dsp:sp>
    <dsp:sp modelId="{95A1ACC0-320C-4D18-99D8-923391F54383}">
      <dsp:nvSpPr>
        <dsp:cNvPr id="0" name=""/>
        <dsp:cNvSpPr/>
      </dsp:nvSpPr>
      <dsp:spPr>
        <a:xfrm>
          <a:off x="4492372" y="2000505"/>
          <a:ext cx="1597831" cy="437013"/>
        </a:xfrm>
        <a:custGeom>
          <a:avLst/>
          <a:gdLst/>
          <a:ahLst/>
          <a:cxnLst/>
          <a:rect l="0" t="0" r="0" b="0"/>
          <a:pathLst>
            <a:path>
              <a:moveTo>
                <a:pt x="1597831" y="0"/>
              </a:moveTo>
              <a:lnTo>
                <a:pt x="1597831" y="218506"/>
              </a:lnTo>
              <a:lnTo>
                <a:pt x="0" y="218506"/>
              </a:lnTo>
              <a:lnTo>
                <a:pt x="0" y="43701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7EF4D1-1384-4F93-8798-BB5DF3628808}">
      <dsp:nvSpPr>
        <dsp:cNvPr id="0" name=""/>
        <dsp:cNvSpPr/>
      </dsp:nvSpPr>
      <dsp:spPr>
        <a:xfrm>
          <a:off x="3672971" y="2437519"/>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nb-NO" sz="2800" kern="1200" dirty="0"/>
            <a:t>Sub Activity</a:t>
          </a:r>
        </a:p>
      </dsp:txBody>
      <dsp:txXfrm>
        <a:off x="3704970" y="2469518"/>
        <a:ext cx="1574803" cy="1028536"/>
      </dsp:txXfrm>
    </dsp:sp>
    <dsp:sp modelId="{EF7843F3-A87E-4AB1-A5E1-99F8E7444484}">
      <dsp:nvSpPr>
        <dsp:cNvPr id="0" name=""/>
        <dsp:cNvSpPr/>
      </dsp:nvSpPr>
      <dsp:spPr>
        <a:xfrm>
          <a:off x="3427151" y="3530053"/>
          <a:ext cx="1065220" cy="437013"/>
        </a:xfrm>
        <a:custGeom>
          <a:avLst/>
          <a:gdLst/>
          <a:ahLst/>
          <a:cxnLst/>
          <a:rect l="0" t="0" r="0" b="0"/>
          <a:pathLst>
            <a:path>
              <a:moveTo>
                <a:pt x="1065220" y="0"/>
              </a:moveTo>
              <a:lnTo>
                <a:pt x="1065220" y="218506"/>
              </a:lnTo>
              <a:lnTo>
                <a:pt x="0" y="218506"/>
              </a:lnTo>
              <a:lnTo>
                <a:pt x="0" y="43701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6D2DE3-425E-4147-BCF5-2D813B48773B}">
      <dsp:nvSpPr>
        <dsp:cNvPr id="0" name=""/>
        <dsp:cNvSpPr/>
      </dsp:nvSpPr>
      <dsp:spPr>
        <a:xfrm>
          <a:off x="2607750" y="3967067"/>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nb-NO" sz="2800" kern="1200" dirty="0" err="1"/>
            <a:t>Step</a:t>
          </a:r>
          <a:endParaRPr lang="nb-NO" sz="2800" kern="1200" dirty="0"/>
        </a:p>
      </dsp:txBody>
      <dsp:txXfrm>
        <a:off x="2639749" y="3999066"/>
        <a:ext cx="1574803" cy="1028536"/>
      </dsp:txXfrm>
    </dsp:sp>
    <dsp:sp modelId="{BBCE2FB8-C96F-46E8-97D9-DF7F80C25DB7}">
      <dsp:nvSpPr>
        <dsp:cNvPr id="0" name=""/>
        <dsp:cNvSpPr/>
      </dsp:nvSpPr>
      <dsp:spPr>
        <a:xfrm>
          <a:off x="4492372" y="3530053"/>
          <a:ext cx="1065220" cy="437013"/>
        </a:xfrm>
        <a:custGeom>
          <a:avLst/>
          <a:gdLst/>
          <a:ahLst/>
          <a:cxnLst/>
          <a:rect l="0" t="0" r="0" b="0"/>
          <a:pathLst>
            <a:path>
              <a:moveTo>
                <a:pt x="0" y="0"/>
              </a:moveTo>
              <a:lnTo>
                <a:pt x="0" y="218506"/>
              </a:lnTo>
              <a:lnTo>
                <a:pt x="1065220" y="218506"/>
              </a:lnTo>
              <a:lnTo>
                <a:pt x="1065220" y="43701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F8E761-1F06-4330-A3F7-AD9E8ACD6CCD}">
      <dsp:nvSpPr>
        <dsp:cNvPr id="0" name=""/>
        <dsp:cNvSpPr/>
      </dsp:nvSpPr>
      <dsp:spPr>
        <a:xfrm>
          <a:off x="4738192" y="3967067"/>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nb-NO" sz="2800" kern="1200" dirty="0" err="1"/>
            <a:t>Step</a:t>
          </a:r>
          <a:endParaRPr lang="nb-NO" sz="2800" kern="1200" dirty="0"/>
        </a:p>
      </dsp:txBody>
      <dsp:txXfrm>
        <a:off x="4770191" y="3999066"/>
        <a:ext cx="1574803" cy="1028536"/>
      </dsp:txXfrm>
    </dsp:sp>
    <dsp:sp modelId="{AFDE0837-7F9E-4603-A206-0BB794A96542}">
      <dsp:nvSpPr>
        <dsp:cNvPr id="0" name=""/>
        <dsp:cNvSpPr/>
      </dsp:nvSpPr>
      <dsp:spPr>
        <a:xfrm>
          <a:off x="6090204" y="2000505"/>
          <a:ext cx="1597831" cy="437013"/>
        </a:xfrm>
        <a:custGeom>
          <a:avLst/>
          <a:gdLst/>
          <a:ahLst/>
          <a:cxnLst/>
          <a:rect l="0" t="0" r="0" b="0"/>
          <a:pathLst>
            <a:path>
              <a:moveTo>
                <a:pt x="0" y="0"/>
              </a:moveTo>
              <a:lnTo>
                <a:pt x="0" y="218506"/>
              </a:lnTo>
              <a:lnTo>
                <a:pt x="1597831" y="218506"/>
              </a:lnTo>
              <a:lnTo>
                <a:pt x="1597831" y="43701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468A51-6893-4A04-95EA-17D69F679C6C}">
      <dsp:nvSpPr>
        <dsp:cNvPr id="0" name=""/>
        <dsp:cNvSpPr/>
      </dsp:nvSpPr>
      <dsp:spPr>
        <a:xfrm>
          <a:off x="6868634" y="2437519"/>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nb-NO" sz="2800" kern="1200" dirty="0"/>
            <a:t>Sub Activity</a:t>
          </a:r>
        </a:p>
      </dsp:txBody>
      <dsp:txXfrm>
        <a:off x="6900633" y="2469518"/>
        <a:ext cx="1574803" cy="1028536"/>
      </dsp:txXfrm>
    </dsp:sp>
    <dsp:sp modelId="{BEAD1235-75A8-4C6A-9E3A-396A7A369C58}">
      <dsp:nvSpPr>
        <dsp:cNvPr id="0" name=""/>
        <dsp:cNvSpPr/>
      </dsp:nvSpPr>
      <dsp:spPr>
        <a:xfrm>
          <a:off x="7642315" y="3530053"/>
          <a:ext cx="91440" cy="437013"/>
        </a:xfrm>
        <a:custGeom>
          <a:avLst/>
          <a:gdLst/>
          <a:ahLst/>
          <a:cxnLst/>
          <a:rect l="0" t="0" r="0" b="0"/>
          <a:pathLst>
            <a:path>
              <a:moveTo>
                <a:pt x="45720" y="0"/>
              </a:moveTo>
              <a:lnTo>
                <a:pt x="45720" y="43701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91666D-9FA5-4C3B-9521-62FD90601B51}">
      <dsp:nvSpPr>
        <dsp:cNvPr id="0" name=""/>
        <dsp:cNvSpPr/>
      </dsp:nvSpPr>
      <dsp:spPr>
        <a:xfrm>
          <a:off x="6868634" y="3967067"/>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nb-NO" sz="2800" kern="1200" dirty="0" err="1"/>
            <a:t>Step</a:t>
          </a:r>
          <a:endParaRPr lang="nb-NO" sz="2800" kern="1200" dirty="0"/>
        </a:p>
      </dsp:txBody>
      <dsp:txXfrm>
        <a:off x="6900633" y="3999066"/>
        <a:ext cx="1574803" cy="10285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D7D290-F91D-42EE-94E7-B47731273074}">
      <dsp:nvSpPr>
        <dsp:cNvPr id="0" name=""/>
        <dsp:cNvSpPr/>
      </dsp:nvSpPr>
      <dsp:spPr>
        <a:xfrm>
          <a:off x="0" y="3857813"/>
          <a:ext cx="8683740" cy="13110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nb-NO" sz="3400" kern="1200" dirty="0" err="1"/>
            <a:t>Step</a:t>
          </a:r>
          <a:endParaRPr lang="nb-NO" sz="3400" kern="1200" dirty="0"/>
        </a:p>
      </dsp:txBody>
      <dsp:txXfrm>
        <a:off x="0" y="3857813"/>
        <a:ext cx="2605122" cy="1311041"/>
      </dsp:txXfrm>
    </dsp:sp>
    <dsp:sp modelId="{092A59C2-1E6A-4703-97D8-46FC57C43F8F}">
      <dsp:nvSpPr>
        <dsp:cNvPr id="0" name=""/>
        <dsp:cNvSpPr/>
      </dsp:nvSpPr>
      <dsp:spPr>
        <a:xfrm>
          <a:off x="0" y="2328265"/>
          <a:ext cx="8683740" cy="13110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nb-NO" sz="3400" kern="1200" dirty="0"/>
            <a:t>Sub-Activity</a:t>
          </a:r>
        </a:p>
      </dsp:txBody>
      <dsp:txXfrm>
        <a:off x="0" y="2328265"/>
        <a:ext cx="2605122" cy="1311041"/>
      </dsp:txXfrm>
    </dsp:sp>
    <dsp:sp modelId="{D361F677-A0FB-4CD1-B703-C11356E2E51B}">
      <dsp:nvSpPr>
        <dsp:cNvPr id="0" name=""/>
        <dsp:cNvSpPr/>
      </dsp:nvSpPr>
      <dsp:spPr>
        <a:xfrm>
          <a:off x="0" y="798717"/>
          <a:ext cx="8683740" cy="131104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1808" tIns="241808" rIns="241808" bIns="241808" numCol="1" spcCol="1270" anchor="ctr" anchorCtr="0">
          <a:noAutofit/>
        </a:bodyPr>
        <a:lstStyle/>
        <a:p>
          <a:pPr marL="0" lvl="0" indent="0" algn="ctr" defTabSz="1511300">
            <a:lnSpc>
              <a:spcPct val="90000"/>
            </a:lnSpc>
            <a:spcBef>
              <a:spcPct val="0"/>
            </a:spcBef>
            <a:spcAft>
              <a:spcPct val="35000"/>
            </a:spcAft>
            <a:buNone/>
          </a:pPr>
          <a:r>
            <a:rPr lang="nb-NO" sz="3400" kern="1200" dirty="0"/>
            <a:t>Activity</a:t>
          </a:r>
        </a:p>
      </dsp:txBody>
      <dsp:txXfrm>
        <a:off x="0" y="798717"/>
        <a:ext cx="2605122" cy="1311041"/>
      </dsp:txXfrm>
    </dsp:sp>
    <dsp:sp modelId="{E92D00B6-1461-48DF-8A94-C424A97F3ABA}">
      <dsp:nvSpPr>
        <dsp:cNvPr id="0" name=""/>
        <dsp:cNvSpPr/>
      </dsp:nvSpPr>
      <dsp:spPr>
        <a:xfrm>
          <a:off x="5270803" y="907971"/>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nb-NO" sz="1600" kern="1200" dirty="0" err="1"/>
            <a:t>Integrate</a:t>
          </a:r>
          <a:r>
            <a:rPr lang="nb-NO" sz="1600" kern="1200" dirty="0"/>
            <a:t> </a:t>
          </a:r>
          <a:r>
            <a:rPr lang="nb-NO" sz="1600" kern="1200" dirty="0" err="1"/>
            <a:t>climate</a:t>
          </a:r>
          <a:r>
            <a:rPr lang="nb-NO" sz="1600" kern="1200" dirty="0"/>
            <a:t> data </a:t>
          </a:r>
          <a:r>
            <a:rPr lang="en-US" sz="1600" kern="1200" dirty="0"/>
            <a:t>and air quality data with the ESS </a:t>
          </a:r>
          <a:endParaRPr lang="nb-NO" sz="1600" kern="1200" dirty="0"/>
        </a:p>
      </dsp:txBody>
      <dsp:txXfrm>
        <a:off x="5302802" y="939970"/>
        <a:ext cx="1574803" cy="1028536"/>
      </dsp:txXfrm>
    </dsp:sp>
    <dsp:sp modelId="{95A1ACC0-320C-4D18-99D8-923391F54383}">
      <dsp:nvSpPr>
        <dsp:cNvPr id="0" name=""/>
        <dsp:cNvSpPr/>
      </dsp:nvSpPr>
      <dsp:spPr>
        <a:xfrm>
          <a:off x="4492372" y="2000505"/>
          <a:ext cx="1597831" cy="437013"/>
        </a:xfrm>
        <a:custGeom>
          <a:avLst/>
          <a:gdLst/>
          <a:ahLst/>
          <a:cxnLst/>
          <a:rect l="0" t="0" r="0" b="0"/>
          <a:pathLst>
            <a:path>
              <a:moveTo>
                <a:pt x="1597831" y="0"/>
              </a:moveTo>
              <a:lnTo>
                <a:pt x="1597831" y="218506"/>
              </a:lnTo>
              <a:lnTo>
                <a:pt x="0" y="218506"/>
              </a:lnTo>
              <a:lnTo>
                <a:pt x="0" y="43701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77EF4D1-1384-4F93-8798-BB5DF3628808}">
      <dsp:nvSpPr>
        <dsp:cNvPr id="0" name=""/>
        <dsp:cNvSpPr/>
      </dsp:nvSpPr>
      <dsp:spPr>
        <a:xfrm>
          <a:off x="3672971" y="2437519"/>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Process data from</a:t>
          </a:r>
          <a:endParaRPr lang="nb-NO" sz="1600" kern="1200" dirty="0"/>
        </a:p>
        <a:p>
          <a:pPr marL="0" lvl="0" indent="0" algn="ctr" defTabSz="711200">
            <a:lnSpc>
              <a:spcPct val="90000"/>
            </a:lnSpc>
            <a:spcBef>
              <a:spcPct val="0"/>
            </a:spcBef>
            <a:spcAft>
              <a:spcPct val="35000"/>
            </a:spcAft>
            <a:buNone/>
          </a:pPr>
          <a:r>
            <a:rPr lang="nb-NO" sz="1600" kern="1200" dirty="0"/>
            <a:t> ERA5</a:t>
          </a:r>
        </a:p>
      </dsp:txBody>
      <dsp:txXfrm>
        <a:off x="3704970" y="2469518"/>
        <a:ext cx="1574803" cy="1028536"/>
      </dsp:txXfrm>
    </dsp:sp>
    <dsp:sp modelId="{EF7843F3-A87E-4AB1-A5E1-99F8E7444484}">
      <dsp:nvSpPr>
        <dsp:cNvPr id="0" name=""/>
        <dsp:cNvSpPr/>
      </dsp:nvSpPr>
      <dsp:spPr>
        <a:xfrm>
          <a:off x="3427151" y="3530053"/>
          <a:ext cx="1065220" cy="437013"/>
        </a:xfrm>
        <a:custGeom>
          <a:avLst/>
          <a:gdLst/>
          <a:ahLst/>
          <a:cxnLst/>
          <a:rect l="0" t="0" r="0" b="0"/>
          <a:pathLst>
            <a:path>
              <a:moveTo>
                <a:pt x="1065220" y="0"/>
              </a:moveTo>
              <a:lnTo>
                <a:pt x="1065220" y="218506"/>
              </a:lnTo>
              <a:lnTo>
                <a:pt x="0" y="218506"/>
              </a:lnTo>
              <a:lnTo>
                <a:pt x="0" y="43701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6D2DE3-425E-4147-BCF5-2D813B48773B}">
      <dsp:nvSpPr>
        <dsp:cNvPr id="0" name=""/>
        <dsp:cNvSpPr/>
      </dsp:nvSpPr>
      <dsp:spPr>
        <a:xfrm>
          <a:off x="2607750" y="3967067"/>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Create variable</a:t>
          </a:r>
        </a:p>
        <a:p>
          <a:pPr marL="0" lvl="0" indent="0" algn="ctr" defTabSz="711200">
            <a:lnSpc>
              <a:spcPct val="90000"/>
            </a:lnSpc>
            <a:spcBef>
              <a:spcPct val="0"/>
            </a:spcBef>
            <a:spcAft>
              <a:spcPct val="35000"/>
            </a:spcAft>
            <a:buNone/>
          </a:pPr>
          <a:r>
            <a:rPr lang="en-US" sz="1600" kern="1200" dirty="0" err="1"/>
            <a:t>tempdca</a:t>
          </a:r>
          <a:endParaRPr lang="nb-NO" sz="1600" kern="1200" dirty="0"/>
        </a:p>
      </dsp:txBody>
      <dsp:txXfrm>
        <a:off x="2639749" y="3999066"/>
        <a:ext cx="1574803" cy="1028536"/>
      </dsp:txXfrm>
    </dsp:sp>
    <dsp:sp modelId="{BBCE2FB8-C96F-46E8-97D9-DF7F80C25DB7}">
      <dsp:nvSpPr>
        <dsp:cNvPr id="0" name=""/>
        <dsp:cNvSpPr/>
      </dsp:nvSpPr>
      <dsp:spPr>
        <a:xfrm>
          <a:off x="4492372" y="3530053"/>
          <a:ext cx="1065220" cy="437013"/>
        </a:xfrm>
        <a:custGeom>
          <a:avLst/>
          <a:gdLst/>
          <a:ahLst/>
          <a:cxnLst/>
          <a:rect l="0" t="0" r="0" b="0"/>
          <a:pathLst>
            <a:path>
              <a:moveTo>
                <a:pt x="0" y="0"/>
              </a:moveTo>
              <a:lnTo>
                <a:pt x="0" y="218506"/>
              </a:lnTo>
              <a:lnTo>
                <a:pt x="1065220" y="218506"/>
              </a:lnTo>
              <a:lnTo>
                <a:pt x="1065220" y="43701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F8E761-1F06-4330-A3F7-AD9E8ACD6CCD}">
      <dsp:nvSpPr>
        <dsp:cNvPr id="0" name=""/>
        <dsp:cNvSpPr/>
      </dsp:nvSpPr>
      <dsp:spPr>
        <a:xfrm>
          <a:off x="4738192" y="3967067"/>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Create variable</a:t>
          </a:r>
        </a:p>
        <a:p>
          <a:pPr marL="0" lvl="0" indent="0" algn="ctr" defTabSz="711200">
            <a:lnSpc>
              <a:spcPct val="90000"/>
            </a:lnSpc>
            <a:spcBef>
              <a:spcPct val="0"/>
            </a:spcBef>
            <a:spcAft>
              <a:spcPct val="35000"/>
            </a:spcAft>
            <a:buNone/>
          </a:pPr>
          <a:r>
            <a:rPr lang="en-US" sz="1600" kern="1200" dirty="0" err="1"/>
            <a:t>paccta</a:t>
          </a:r>
          <a:endParaRPr lang="nb-NO" sz="1600" kern="1200" dirty="0"/>
        </a:p>
      </dsp:txBody>
      <dsp:txXfrm>
        <a:off x="4770191" y="3999066"/>
        <a:ext cx="1574803" cy="1028536"/>
      </dsp:txXfrm>
    </dsp:sp>
    <dsp:sp modelId="{AFDE0837-7F9E-4603-A206-0BB794A96542}">
      <dsp:nvSpPr>
        <dsp:cNvPr id="0" name=""/>
        <dsp:cNvSpPr/>
      </dsp:nvSpPr>
      <dsp:spPr>
        <a:xfrm>
          <a:off x="6090204" y="2000505"/>
          <a:ext cx="1597831" cy="437013"/>
        </a:xfrm>
        <a:custGeom>
          <a:avLst/>
          <a:gdLst/>
          <a:ahLst/>
          <a:cxnLst/>
          <a:rect l="0" t="0" r="0" b="0"/>
          <a:pathLst>
            <a:path>
              <a:moveTo>
                <a:pt x="0" y="0"/>
              </a:moveTo>
              <a:lnTo>
                <a:pt x="0" y="218506"/>
              </a:lnTo>
              <a:lnTo>
                <a:pt x="1597831" y="218506"/>
              </a:lnTo>
              <a:lnTo>
                <a:pt x="1597831" y="43701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7468A51-6893-4A04-95EA-17D69F679C6C}">
      <dsp:nvSpPr>
        <dsp:cNvPr id="0" name=""/>
        <dsp:cNvSpPr/>
      </dsp:nvSpPr>
      <dsp:spPr>
        <a:xfrm>
          <a:off x="6868634" y="2437519"/>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Process data from EEA Air Quality</a:t>
          </a:r>
          <a:endParaRPr lang="nb-NO" sz="1600" kern="1200" dirty="0"/>
        </a:p>
      </dsp:txBody>
      <dsp:txXfrm>
        <a:off x="6900633" y="2469518"/>
        <a:ext cx="1574803" cy="1028536"/>
      </dsp:txXfrm>
    </dsp:sp>
    <dsp:sp modelId="{BEAD1235-75A8-4C6A-9E3A-396A7A369C58}">
      <dsp:nvSpPr>
        <dsp:cNvPr id="0" name=""/>
        <dsp:cNvSpPr/>
      </dsp:nvSpPr>
      <dsp:spPr>
        <a:xfrm>
          <a:off x="7642315" y="3530053"/>
          <a:ext cx="91440" cy="437013"/>
        </a:xfrm>
        <a:custGeom>
          <a:avLst/>
          <a:gdLst/>
          <a:ahLst/>
          <a:cxnLst/>
          <a:rect l="0" t="0" r="0" b="0"/>
          <a:pathLst>
            <a:path>
              <a:moveTo>
                <a:pt x="45720" y="0"/>
              </a:moveTo>
              <a:lnTo>
                <a:pt x="45720" y="437013"/>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91666D-9FA5-4C3B-9521-62FD90601B51}">
      <dsp:nvSpPr>
        <dsp:cNvPr id="0" name=""/>
        <dsp:cNvSpPr/>
      </dsp:nvSpPr>
      <dsp:spPr>
        <a:xfrm>
          <a:off x="6868634" y="3967067"/>
          <a:ext cx="1638801" cy="109253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nb-NO" sz="1600" kern="1200" dirty="0" err="1"/>
            <a:t>Create</a:t>
          </a:r>
          <a:r>
            <a:rPr lang="nb-NO" sz="1600" kern="1200" dirty="0"/>
            <a:t> variable</a:t>
          </a:r>
        </a:p>
        <a:p>
          <a:pPr marL="0" lvl="0" indent="0" algn="ctr" defTabSz="711200">
            <a:lnSpc>
              <a:spcPct val="90000"/>
            </a:lnSpc>
            <a:spcBef>
              <a:spcPct val="0"/>
            </a:spcBef>
            <a:spcAft>
              <a:spcPct val="35000"/>
            </a:spcAft>
            <a:buNone/>
          </a:pPr>
          <a:r>
            <a:rPr lang="nb-NO" sz="1600" kern="1200" dirty="0" err="1"/>
            <a:t>aqiwd</a:t>
          </a:r>
          <a:endParaRPr lang="nb-NO" sz="1600" kern="1200" dirty="0"/>
        </a:p>
      </dsp:txBody>
      <dsp:txXfrm>
        <a:off x="6900633" y="3999066"/>
        <a:ext cx="1574803" cy="102853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93B25-A9CD-9C43-8BC1-35534DBD65DB}" type="datetimeFigureOut">
              <a:rPr lang="nb-NO" smtClean="0"/>
              <a:t>29.11.2023</a:t>
            </a:fld>
            <a:endParaRPr lang="nb-NO"/>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BCB5F2-4AD8-2246-A53E-DD729D0BFBC5}" type="slidenum">
              <a:rPr lang="nb-NO" smtClean="0"/>
              <a:t>‹#›</a:t>
            </a:fld>
            <a:endParaRPr lang="nb-NO"/>
          </a:p>
        </p:txBody>
      </p:sp>
    </p:spTree>
    <p:extLst>
      <p:ext uri="{BB962C8B-B14F-4D97-AF65-F5344CB8AC3E}">
        <p14:creationId xmlns:p14="http://schemas.microsoft.com/office/powerpoint/2010/main" val="782406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Helvetica" panose="020B0604020202020204" pitchFamily="34" charset="0"/>
              </a:rPr>
              <a:t>The spreadsheet describes how the air quality and climate related indices were developed, including characteristics of the target variables produced, as well as the source variables used to create them. The spreadsheets also include human readable descriptions about how the variables have been computed, and a links to the code in the Python script that produce them.</a:t>
            </a:r>
            <a:endParaRPr lang="nb-NO" dirty="0"/>
          </a:p>
        </p:txBody>
      </p:sp>
      <p:sp>
        <p:nvSpPr>
          <p:cNvPr id="4" name="Slide Number Placeholder 3"/>
          <p:cNvSpPr>
            <a:spLocks noGrp="1"/>
          </p:cNvSpPr>
          <p:nvPr>
            <p:ph type="sldNum" sz="quarter" idx="5"/>
          </p:nvPr>
        </p:nvSpPr>
        <p:spPr/>
        <p:txBody>
          <a:bodyPr/>
          <a:lstStyle/>
          <a:p>
            <a:fld id="{3EBCB5F2-4AD8-2246-A53E-DD729D0BFBC5}" type="slidenum">
              <a:rPr lang="nb-NO" smtClean="0"/>
              <a:t>8</a:t>
            </a:fld>
            <a:endParaRPr lang="nb-NO"/>
          </a:p>
        </p:txBody>
      </p:sp>
    </p:spTree>
    <p:extLst>
      <p:ext uri="{BB962C8B-B14F-4D97-AF65-F5344CB8AC3E}">
        <p14:creationId xmlns:p14="http://schemas.microsoft.com/office/powerpoint/2010/main" val="169211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Helvetica" panose="020B0604020202020204" pitchFamily="34" charset="0"/>
              </a:rPr>
              <a:t>The spreadsheet describes how the air quality and climate related indices were developed, including characteristics of the target variables produced, as well as the source variables used to create them. The spreadsheets also include human readable descriptions about how the variables have been computed, and a links to the code in the Python script that produce them.</a:t>
            </a:r>
            <a:endParaRPr lang="nb-NO" dirty="0"/>
          </a:p>
        </p:txBody>
      </p:sp>
      <p:sp>
        <p:nvSpPr>
          <p:cNvPr id="4" name="Slide Number Placeholder 3"/>
          <p:cNvSpPr>
            <a:spLocks noGrp="1"/>
          </p:cNvSpPr>
          <p:nvPr>
            <p:ph type="sldNum" sz="quarter" idx="5"/>
          </p:nvPr>
        </p:nvSpPr>
        <p:spPr/>
        <p:txBody>
          <a:bodyPr/>
          <a:lstStyle/>
          <a:p>
            <a:fld id="{3EBCB5F2-4AD8-2246-A53E-DD729D0BFBC5}" type="slidenum">
              <a:rPr lang="nb-NO" smtClean="0"/>
              <a:t>28</a:t>
            </a:fld>
            <a:endParaRPr lang="nb-NO"/>
          </a:p>
        </p:txBody>
      </p:sp>
    </p:spTree>
    <p:extLst>
      <p:ext uri="{BB962C8B-B14F-4D97-AF65-F5344CB8AC3E}">
        <p14:creationId xmlns:p14="http://schemas.microsoft.com/office/powerpoint/2010/main" val="1324773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8558B7D-3232-2248-A7A6-F3ECF50F36D4}"/>
              </a:ext>
            </a:extLst>
          </p:cNvPr>
          <p:cNvSpPr>
            <a:spLocks noGrp="1"/>
          </p:cNvSpPr>
          <p:nvPr>
            <p:ph type="ctrTitle"/>
          </p:nvPr>
        </p:nvSpPr>
        <p:spPr>
          <a:xfrm>
            <a:off x="1524000" y="1122363"/>
            <a:ext cx="9144000" cy="2387600"/>
          </a:xfrm>
        </p:spPr>
        <p:txBody>
          <a:bodyPr anchor="b"/>
          <a:lstStyle>
            <a:lvl1pPr algn="l">
              <a:defRPr sz="6000"/>
            </a:lvl1pPr>
          </a:lstStyle>
          <a:p>
            <a:r>
              <a:rPr lang="nb-NO"/>
              <a:t>Klikk for å redigere tittelstil</a:t>
            </a:r>
          </a:p>
        </p:txBody>
      </p:sp>
      <p:sp>
        <p:nvSpPr>
          <p:cNvPr id="3" name="Undertittel 2">
            <a:extLst>
              <a:ext uri="{FF2B5EF4-FFF2-40B4-BE49-F238E27FC236}">
                <a16:creationId xmlns:a16="http://schemas.microsoft.com/office/drawing/2014/main" id="{F4A10565-9497-BA46-8E80-70C0BAA71EE3}"/>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Tree>
    <p:extLst>
      <p:ext uri="{BB962C8B-B14F-4D97-AF65-F5344CB8AC3E}">
        <p14:creationId xmlns:p14="http://schemas.microsoft.com/office/powerpoint/2010/main" val="4032435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F80E3BE-D05E-5849-A617-35651F995CD2}"/>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41CC5231-15F3-B444-AEAB-23D4B2511327}"/>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1497320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5950A12-26F3-6A41-9F79-9956BBF4F863}"/>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FC922691-74B5-FC4B-9320-5FDBB1055A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Klikk for å redigere tekststiler i malen</a:t>
            </a:r>
          </a:p>
        </p:txBody>
      </p:sp>
    </p:spTree>
    <p:extLst>
      <p:ext uri="{BB962C8B-B14F-4D97-AF65-F5344CB8AC3E}">
        <p14:creationId xmlns:p14="http://schemas.microsoft.com/office/powerpoint/2010/main" val="2115849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4332176-1178-DF4F-8235-F7FEC155B732}"/>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B1DD42E4-FAFB-0148-B5A6-0044369EBBCB}"/>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ACA34136-F2A5-224D-9E5D-703A28D0C602}"/>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2630194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84035C9-2510-744E-8997-48A32CE0DC72}"/>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C6806AD0-CEF1-A544-AB96-61C558DAD4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A047E2B9-83AD-6347-A219-18C92173F584}"/>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59B7813B-2E91-1341-AF63-CD9205A050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049FDAEB-DC44-EA4D-A7CB-3C5E70B72F82}"/>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4254066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93239B4-C8C4-D941-8C5C-B09D07E5E7AB}"/>
              </a:ext>
            </a:extLst>
          </p:cNvPr>
          <p:cNvSpPr>
            <a:spLocks noGrp="1"/>
          </p:cNvSpPr>
          <p:nvPr>
            <p:ph type="title"/>
          </p:nvPr>
        </p:nvSpPr>
        <p:spPr>
          <a:xfrm>
            <a:off x="747889" y="2766218"/>
            <a:ext cx="10515600" cy="1325563"/>
          </a:xfrm>
        </p:spPr>
        <p:txBody>
          <a:bodyPr/>
          <a:lstStyle>
            <a:lvl1pPr algn="ctr">
              <a:defRPr/>
            </a:lvl1pPr>
          </a:lstStyle>
          <a:p>
            <a:r>
              <a:rPr lang="nb-NO"/>
              <a:t>Klikk for å redigere tittelstil</a:t>
            </a:r>
          </a:p>
        </p:txBody>
      </p:sp>
    </p:spTree>
    <p:extLst>
      <p:ext uri="{BB962C8B-B14F-4D97-AF65-F5344CB8AC3E}">
        <p14:creationId xmlns:p14="http://schemas.microsoft.com/office/powerpoint/2010/main" val="387555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m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8294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384351F-8F04-FE48-AB52-02CB17114A1C}"/>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536738EB-3E94-7B47-89E7-D6B17CF245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6D81E2C6-DA4C-524A-8ECC-B8CF44A678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Tree>
    <p:extLst>
      <p:ext uri="{BB962C8B-B14F-4D97-AF65-F5344CB8AC3E}">
        <p14:creationId xmlns:p14="http://schemas.microsoft.com/office/powerpoint/2010/main" val="33223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4C088C6-8C10-744D-B691-8032B2827782}"/>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6AEE9DBC-D07F-354B-837D-B6F307336A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b-NO"/>
              <a:t>Klikk på ikonet for å legge til et bilde</a:t>
            </a:r>
          </a:p>
        </p:txBody>
      </p:sp>
      <p:sp>
        <p:nvSpPr>
          <p:cNvPr id="4" name="Plassholder for tekst 3">
            <a:extLst>
              <a:ext uri="{FF2B5EF4-FFF2-40B4-BE49-F238E27FC236}">
                <a16:creationId xmlns:a16="http://schemas.microsoft.com/office/drawing/2014/main" id="{18217779-A1B6-4944-9289-95A2DA2B02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Tree>
    <p:extLst>
      <p:ext uri="{BB962C8B-B14F-4D97-AF65-F5344CB8AC3E}">
        <p14:creationId xmlns:p14="http://schemas.microsoft.com/office/powerpoint/2010/main" val="243060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ekstinnhold">
    <p:bg>
      <p:bgPr>
        <a:solidFill>
          <a:srgbClr val="FFFFFF"/>
        </a:solidFill>
        <a:effectLst/>
      </p:bgPr>
    </p:bg>
    <p:spTree>
      <p:nvGrpSpPr>
        <p:cNvPr id="1" name=""/>
        <p:cNvGrpSpPr/>
        <p:nvPr/>
      </p:nvGrpSpPr>
      <p:grpSpPr>
        <a:xfrm>
          <a:off x="0" y="0"/>
          <a:ext cx="0" cy="0"/>
          <a:chOff x="0" y="0"/>
          <a:chExt cx="0" cy="0"/>
        </a:xfrm>
      </p:grpSpPr>
      <p:sp>
        <p:nvSpPr>
          <p:cNvPr id="22" name="Shape 22"/>
          <p:cNvSpPr>
            <a:spLocks noGrp="1"/>
          </p:cNvSpPr>
          <p:nvPr>
            <p:ph type="title"/>
          </p:nvPr>
        </p:nvSpPr>
        <p:spPr>
          <a:xfrm>
            <a:off x="1012500" y="506250"/>
            <a:ext cx="10125003" cy="1265627"/>
          </a:xfrm>
          <a:prstGeom prst="rect">
            <a:avLst/>
          </a:prstGeom>
        </p:spPr>
        <p:txBody>
          <a:bodyPr/>
          <a:lstStyle>
            <a:lvl1pPr>
              <a:defRPr b="0"/>
            </a:lvl1pPr>
          </a:lstStyle>
          <a:p>
            <a:r>
              <a:t>Titteltekst</a:t>
            </a:r>
          </a:p>
        </p:txBody>
      </p:sp>
      <p:sp>
        <p:nvSpPr>
          <p:cNvPr id="23" name="Shape 23"/>
          <p:cNvSpPr>
            <a:spLocks noGrp="1"/>
          </p:cNvSpPr>
          <p:nvPr>
            <p:ph type="body" idx="1"/>
          </p:nvPr>
        </p:nvSpPr>
        <p:spPr>
          <a:xfrm>
            <a:off x="1012500" y="1762946"/>
            <a:ext cx="10125003" cy="4050001"/>
          </a:xfrm>
          <a:prstGeom prst="rect">
            <a:avLst/>
          </a:prstGeom>
        </p:spPr>
        <p:txBody>
          <a:bodyPr/>
          <a:lstStyle/>
          <a:p>
            <a:r>
              <a:t>Brødtekst nivå én</a:t>
            </a:r>
          </a:p>
          <a:p>
            <a:pPr lvl="1"/>
            <a:r>
              <a:t>Brødtekst nivå to</a:t>
            </a:r>
          </a:p>
          <a:p>
            <a:pPr lvl="2"/>
            <a:r>
              <a:t>Brødtekst nivå tre</a:t>
            </a:r>
          </a:p>
          <a:p>
            <a:pPr lvl="3"/>
            <a:r>
              <a:t>Brødtekst nivå fire</a:t>
            </a:r>
          </a:p>
          <a:p>
            <a:pPr lvl="4"/>
            <a:r>
              <a:t>Brødtekst nivå fem</a:t>
            </a:r>
          </a:p>
        </p:txBody>
      </p:sp>
      <p:sp>
        <p:nvSpPr>
          <p:cNvPr id="24" name="Shape 24"/>
          <p:cNvSpPr>
            <a:spLocks noGrp="1"/>
          </p:cNvSpPr>
          <p:nvPr>
            <p:ph type="sldNum" sz="quarter" idx="2"/>
          </p:nvPr>
        </p:nvSpPr>
        <p:spPr>
          <a:prstGeom prst="rect">
            <a:avLst/>
          </a:prstGeom>
        </p:spPr>
        <p:txBody>
          <a:bodyPr/>
          <a:lstStyle/>
          <a:p>
            <a:fld id="{86CB4B4D-7CA3-9044-876B-883B54F8677D}" type="slidenum">
              <a:rPr/>
              <a:pPr/>
              <a:t>‹#›</a:t>
            </a:fld>
            <a:endParaRPr/>
          </a:p>
        </p:txBody>
      </p:sp>
    </p:spTree>
    <p:extLst>
      <p:ext uri="{BB962C8B-B14F-4D97-AF65-F5344CB8AC3E}">
        <p14:creationId xmlns:p14="http://schemas.microsoft.com/office/powerpoint/2010/main" val="785627223"/>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Main copy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2653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D7AE9A4-1E56-644E-AF0F-3E64F21D2F4F}"/>
              </a:ext>
            </a:extLst>
          </p:cNvPr>
          <p:cNvSpPr>
            <a:spLocks noGrp="1"/>
          </p:cNvSpPr>
          <p:nvPr>
            <p:ph type="ctrTitle"/>
          </p:nvPr>
        </p:nvSpPr>
        <p:spPr>
          <a:xfrm>
            <a:off x="1470212" y="1122363"/>
            <a:ext cx="9144000" cy="2387600"/>
          </a:xfrm>
        </p:spPr>
        <p:txBody>
          <a:bodyPr anchor="b">
            <a:normAutofit/>
          </a:bodyPr>
          <a:lstStyle>
            <a:lvl1pPr algn="l">
              <a:defRPr sz="7200"/>
            </a:lvl1pPr>
          </a:lstStyle>
          <a:p>
            <a:endParaRPr lang="nb-NO"/>
          </a:p>
        </p:txBody>
      </p:sp>
      <p:sp>
        <p:nvSpPr>
          <p:cNvPr id="3" name="Undertittel 2">
            <a:extLst>
              <a:ext uri="{FF2B5EF4-FFF2-40B4-BE49-F238E27FC236}">
                <a16:creationId xmlns:a16="http://schemas.microsoft.com/office/drawing/2014/main" id="{6B568562-2038-7549-A3BA-D2A27552EA2D}"/>
              </a:ext>
            </a:extLst>
          </p:cNvPr>
          <p:cNvSpPr>
            <a:spLocks noGrp="1"/>
          </p:cNvSpPr>
          <p:nvPr>
            <p:ph type="subTitle" idx="1"/>
          </p:nvPr>
        </p:nvSpPr>
        <p:spPr>
          <a:xfrm>
            <a:off x="1470212"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nb-NO"/>
          </a:p>
        </p:txBody>
      </p:sp>
      <p:pic>
        <p:nvPicPr>
          <p:cNvPr id="7" name="Picture 9">
            <a:extLst>
              <a:ext uri="{FF2B5EF4-FFF2-40B4-BE49-F238E27FC236}">
                <a16:creationId xmlns:a16="http://schemas.microsoft.com/office/drawing/2014/main" id="{D50CFA90-8016-174B-940D-20A71100CB13}"/>
              </a:ext>
            </a:extLst>
          </p:cNvPr>
          <p:cNvPicPr>
            <a:picLocks noChangeAspect="1"/>
          </p:cNvPicPr>
          <p:nvPr userDrawn="1"/>
        </p:nvPicPr>
        <p:blipFill>
          <a:blip r:embed="rId2"/>
          <a:stretch>
            <a:fillRect/>
          </a:stretch>
        </p:blipFill>
        <p:spPr>
          <a:xfrm>
            <a:off x="7988387" y="3218688"/>
            <a:ext cx="4211332" cy="3639312"/>
          </a:xfrm>
          <a:prstGeom prst="rect">
            <a:avLst/>
          </a:prstGeom>
        </p:spPr>
      </p:pic>
    </p:spTree>
    <p:extLst>
      <p:ext uri="{BB962C8B-B14F-4D97-AF65-F5344CB8AC3E}">
        <p14:creationId xmlns:p14="http://schemas.microsoft.com/office/powerpoint/2010/main" val="2374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gendefinert oppset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B614BDC-6C7D-7E4D-BB5C-E9F7344810F7}"/>
              </a:ext>
            </a:extLst>
          </p:cNvPr>
          <p:cNvSpPr>
            <a:spLocks noGrp="1"/>
          </p:cNvSpPr>
          <p:nvPr>
            <p:ph type="title" hasCustomPrompt="1"/>
          </p:nvPr>
        </p:nvSpPr>
        <p:spPr>
          <a:xfrm>
            <a:off x="1470211" y="1799245"/>
            <a:ext cx="6813176" cy="3042910"/>
          </a:xfrm>
        </p:spPr>
        <p:txBody>
          <a:bodyPr>
            <a:normAutofit/>
          </a:bodyPr>
          <a:lstStyle>
            <a:lvl1pPr algn="l">
              <a:defRPr sz="6000"/>
            </a:lvl1pPr>
          </a:lstStyle>
          <a:p>
            <a:r>
              <a:rPr lang="nb-NO" err="1"/>
              <a:t>Kaplittelslide</a:t>
            </a:r>
            <a:r>
              <a:rPr lang="nb-NO"/>
              <a:t> over to linjer</a:t>
            </a:r>
          </a:p>
        </p:txBody>
      </p:sp>
      <p:pic>
        <p:nvPicPr>
          <p:cNvPr id="3" name="Picture 7">
            <a:extLst>
              <a:ext uri="{FF2B5EF4-FFF2-40B4-BE49-F238E27FC236}">
                <a16:creationId xmlns:a16="http://schemas.microsoft.com/office/drawing/2014/main" id="{5DEFC89E-ACF4-1448-95A4-153375A34CB1}"/>
              </a:ext>
            </a:extLst>
          </p:cNvPr>
          <p:cNvPicPr>
            <a:picLocks noChangeAspect="1"/>
          </p:cNvPicPr>
          <p:nvPr userDrawn="1"/>
        </p:nvPicPr>
        <p:blipFill>
          <a:blip r:embed="rId2"/>
          <a:stretch>
            <a:fillRect/>
          </a:stretch>
        </p:blipFill>
        <p:spPr>
          <a:xfrm>
            <a:off x="7846828" y="3537300"/>
            <a:ext cx="4345171" cy="3320700"/>
          </a:xfrm>
          <a:prstGeom prst="rect">
            <a:avLst/>
          </a:prstGeom>
        </p:spPr>
      </p:pic>
    </p:spTree>
    <p:extLst>
      <p:ext uri="{BB962C8B-B14F-4D97-AF65-F5344CB8AC3E}">
        <p14:creationId xmlns:p14="http://schemas.microsoft.com/office/powerpoint/2010/main" val="2632466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0865C29-4451-ED43-A45C-40EF00D01668}"/>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EFFDD9E2-FDAE-A743-B22B-0C4C66A616FF}"/>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40307908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3479ADB-C331-584C-AE7E-7152F4AF9D0C}"/>
              </a:ext>
            </a:extLst>
          </p:cNvPr>
          <p:cNvSpPr>
            <a:spLocks noGrp="1"/>
          </p:cNvSpPr>
          <p:nvPr>
            <p:ph type="title"/>
          </p:nvPr>
        </p:nvSpPr>
        <p:spPr>
          <a:xfrm>
            <a:off x="838200" y="1265985"/>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D5E57B96-74B5-CF4B-AF80-C6A00CAADC14}"/>
              </a:ext>
            </a:extLst>
          </p:cNvPr>
          <p:cNvSpPr>
            <a:spLocks noGrp="1"/>
          </p:cNvSpPr>
          <p:nvPr>
            <p:ph type="body" idx="1"/>
          </p:nvPr>
        </p:nvSpPr>
        <p:spPr>
          <a:xfrm>
            <a:off x="838200" y="4118722"/>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Klikk for å redigere tekststiler i malen</a:t>
            </a:r>
          </a:p>
        </p:txBody>
      </p:sp>
    </p:spTree>
    <p:extLst>
      <p:ext uri="{BB962C8B-B14F-4D97-AF65-F5344CB8AC3E}">
        <p14:creationId xmlns:p14="http://schemas.microsoft.com/office/powerpoint/2010/main" val="42316696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7019C3A-C6DE-AA4A-9D55-AC7F29E17EDF}"/>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69B9769A-6447-104F-9A35-58017438E148}"/>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CF743C77-EE05-FC49-8AB4-A7F081826CC9}"/>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7697073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2D97705-FF99-A240-B505-9F24371CDAB2}"/>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426DF836-EECD-ED49-A770-49DFAAA8BA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E3F8D435-29CF-9F4F-9108-CFF989E05B8A}"/>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87E2AEC9-0DAC-B74D-A51A-10C3893D36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AEC3D9E5-C23C-5C44-AAF7-AA9C545BC1A0}"/>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30201188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956F11A-6DE2-7D41-A049-5BC7F4B9CF1F}"/>
              </a:ext>
            </a:extLst>
          </p:cNvPr>
          <p:cNvSpPr>
            <a:spLocks noGrp="1"/>
          </p:cNvSpPr>
          <p:nvPr>
            <p:ph type="title"/>
          </p:nvPr>
        </p:nvSpPr>
        <p:spPr/>
        <p:txBody>
          <a:bodyPr/>
          <a:lstStyle/>
          <a:p>
            <a:r>
              <a:rPr lang="nb-NO"/>
              <a:t>Klikk for å redigere tittelstil</a:t>
            </a:r>
          </a:p>
        </p:txBody>
      </p:sp>
    </p:spTree>
    <p:extLst>
      <p:ext uri="{BB962C8B-B14F-4D97-AF65-F5344CB8AC3E}">
        <p14:creationId xmlns:p14="http://schemas.microsoft.com/office/powerpoint/2010/main" val="21264877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0220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2CD55450-A01F-DA45-A422-7F12DBB39382}"/>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13BA41EE-0E48-3D4B-A01C-D396669FEE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6C5064FD-362B-3146-B473-BE0FB60536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Tree>
    <p:extLst>
      <p:ext uri="{BB962C8B-B14F-4D97-AF65-F5344CB8AC3E}">
        <p14:creationId xmlns:p14="http://schemas.microsoft.com/office/powerpoint/2010/main" val="34836631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4987F95-10F8-174D-835E-639E648C296A}"/>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C49C004D-5D1B-D34A-BE09-E3D384B45D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8302C004-B9DD-464D-B40C-C19287A73B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Tree>
    <p:extLst>
      <p:ext uri="{BB962C8B-B14F-4D97-AF65-F5344CB8AC3E}">
        <p14:creationId xmlns:p14="http://schemas.microsoft.com/office/powerpoint/2010/main" val="2211002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E7DDC844-9B7B-5E4C-BAD5-FFC2CE2C77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54A6E38F-99C7-7249-919F-3E532DE813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pic>
        <p:nvPicPr>
          <p:cNvPr id="8" name="Bilde 7">
            <a:extLst>
              <a:ext uri="{FF2B5EF4-FFF2-40B4-BE49-F238E27FC236}">
                <a16:creationId xmlns:a16="http://schemas.microsoft.com/office/drawing/2014/main" id="{6A08E5B9-255C-C447-873C-2412C26C1289}"/>
              </a:ext>
            </a:extLst>
          </p:cNvPr>
          <p:cNvPicPr>
            <a:picLocks noChangeAspect="1"/>
          </p:cNvPicPr>
          <p:nvPr userDrawn="1"/>
        </p:nvPicPr>
        <p:blipFill>
          <a:blip r:embed="rId13"/>
          <a:stretch>
            <a:fillRect/>
          </a:stretch>
        </p:blipFill>
        <p:spPr>
          <a:xfrm>
            <a:off x="223441" y="6472997"/>
            <a:ext cx="800290" cy="213410"/>
          </a:xfrm>
          <a:prstGeom prst="rect">
            <a:avLst/>
          </a:prstGeom>
        </p:spPr>
      </p:pic>
    </p:spTree>
    <p:extLst>
      <p:ext uri="{BB962C8B-B14F-4D97-AF65-F5344CB8AC3E}">
        <p14:creationId xmlns:p14="http://schemas.microsoft.com/office/powerpoint/2010/main" val="112155481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75" r:id="rId10"/>
    <p:sldLayoutId id="2147483691" r:id="rId11"/>
  </p:sldLayoutIdLst>
  <p:txStyles>
    <p:titleStyle>
      <a:lvl1pPr algn="l" defTabSz="914400" rtl="0" eaLnBrk="1" latinLnBrk="0" hangingPunct="1">
        <a:lnSpc>
          <a:spcPct val="90000"/>
        </a:lnSpc>
        <a:spcBef>
          <a:spcPct val="0"/>
        </a:spcBef>
        <a:buNone/>
        <a:defRPr sz="4400" kern="1200">
          <a:solidFill>
            <a:schemeClr val="tx1"/>
          </a:solidFill>
          <a:latin typeface="Haffer" pitchFamily="2" charset="77"/>
          <a:ea typeface="+mj-ea"/>
          <a:cs typeface="Haffer" pitchFamily="2" charset="77"/>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Haffer" pitchFamily="2" charset="77"/>
          <a:ea typeface="+mn-ea"/>
          <a:cs typeface="Haffer" pitchFamily="2" charset="77"/>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Haffer" pitchFamily="2" charset="77"/>
          <a:ea typeface="+mn-ea"/>
          <a:cs typeface="Haffer" pitchFamily="2" charset="77"/>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Haffer" pitchFamily="2" charset="77"/>
          <a:ea typeface="+mn-ea"/>
          <a:cs typeface="Haffer" pitchFamily="2" charset="77"/>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Haffer" pitchFamily="2" charset="77"/>
          <a:ea typeface="+mn-ea"/>
          <a:cs typeface="Haffer" pitchFamily="2" charset="77"/>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Haffer" pitchFamily="2" charset="77"/>
          <a:ea typeface="+mn-ea"/>
          <a:cs typeface="Haffer"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F0035"/>
        </a:solidFill>
        <a:effectLst/>
      </p:bgPr>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DA827ACC-2FFC-5A47-9806-466DD9F191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28667CA1-20C0-BB4A-8C15-D4F093ECA6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pic>
        <p:nvPicPr>
          <p:cNvPr id="8" name="Bilde 7" descr="Et bilde som inneholder tekst, utklipp&#10;&#10;Automatisk generert beskrivelse">
            <a:extLst>
              <a:ext uri="{FF2B5EF4-FFF2-40B4-BE49-F238E27FC236}">
                <a16:creationId xmlns:a16="http://schemas.microsoft.com/office/drawing/2014/main" id="{8728298E-1EAF-1F4B-BCAD-17112CEF7EF1}"/>
              </a:ext>
            </a:extLst>
          </p:cNvPr>
          <p:cNvPicPr>
            <a:picLocks noChangeAspect="1"/>
          </p:cNvPicPr>
          <p:nvPr userDrawn="1"/>
        </p:nvPicPr>
        <p:blipFill>
          <a:blip r:embed="rId12"/>
          <a:stretch>
            <a:fillRect/>
          </a:stretch>
        </p:blipFill>
        <p:spPr>
          <a:xfrm>
            <a:off x="225110" y="6492875"/>
            <a:ext cx="760311" cy="202750"/>
          </a:xfrm>
          <a:prstGeom prst="rect">
            <a:avLst/>
          </a:prstGeom>
        </p:spPr>
      </p:pic>
    </p:spTree>
    <p:extLst>
      <p:ext uri="{BB962C8B-B14F-4D97-AF65-F5344CB8AC3E}">
        <p14:creationId xmlns:p14="http://schemas.microsoft.com/office/powerpoint/2010/main" val="3424418434"/>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3" r:id="rId4"/>
    <p:sldLayoutId id="2147483664" r:id="rId5"/>
    <p:sldLayoutId id="2147483690"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bg1"/>
          </a:solidFill>
          <a:latin typeface="Haffer" pitchFamily="2" charset="77"/>
          <a:ea typeface="+mj-ea"/>
          <a:cs typeface="Haffer"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Haffer" pitchFamily="2" charset="77"/>
          <a:ea typeface="+mn-ea"/>
          <a:cs typeface="Haffer"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Haffer" pitchFamily="2" charset="77"/>
          <a:ea typeface="+mn-ea"/>
          <a:cs typeface="Haffer"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Haffer" pitchFamily="2" charset="77"/>
          <a:ea typeface="+mn-ea"/>
          <a:cs typeface="Haffer"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Haffer" pitchFamily="2" charset="77"/>
          <a:ea typeface="+mn-ea"/>
          <a:cs typeface="Haffer"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Haffer" pitchFamily="2" charset="77"/>
          <a:ea typeface="+mn-ea"/>
          <a:cs typeface="Haffer"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4.0/deed.en"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https://eosc-provenance.sikt.no/" TargetMode="Externa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AD53F6E-FBB9-EE97-B9B0-AAD9459D5A3E}"/>
              </a:ext>
            </a:extLst>
          </p:cNvPr>
          <p:cNvSpPr>
            <a:spLocks noGrp="1"/>
          </p:cNvSpPr>
          <p:nvPr>
            <p:ph type="ctrTitle"/>
          </p:nvPr>
        </p:nvSpPr>
        <p:spPr>
          <a:xfrm>
            <a:off x="797112" y="1357821"/>
            <a:ext cx="10597776" cy="2387600"/>
          </a:xfrm>
        </p:spPr>
        <p:txBody>
          <a:bodyPr>
            <a:normAutofit fontScale="90000"/>
          </a:bodyPr>
          <a:lstStyle/>
          <a:p>
            <a:r>
              <a:rPr lang="en-US" sz="3600" b="1" dirty="0">
                <a:effectLst/>
                <a:latin typeface="Haffer"/>
                <a:ea typeface="Calibri" panose="020F0502020204030204" pitchFamily="34" charset="0"/>
              </a:rPr>
              <a:t>Implementing the DDI-CDI Process Model for Describing Data Integration: Insights from the EOSC Future Science Project “Climate Neutral and Smart Cities”</a:t>
            </a:r>
            <a:br>
              <a:rPr lang="nb-NO" sz="1800" dirty="0">
                <a:effectLst/>
                <a:latin typeface="Calibri" panose="020F0502020204030204" pitchFamily="34" charset="0"/>
                <a:ea typeface="Calibri" panose="020F0502020204030204" pitchFamily="34" charset="0"/>
              </a:rPr>
            </a:br>
            <a:endParaRPr lang="nb-NO" dirty="0">
              <a:latin typeface="Haffer"/>
            </a:endParaRPr>
          </a:p>
        </p:txBody>
      </p:sp>
      <p:sp>
        <p:nvSpPr>
          <p:cNvPr id="3" name="Undertittel 2">
            <a:extLst>
              <a:ext uri="{FF2B5EF4-FFF2-40B4-BE49-F238E27FC236}">
                <a16:creationId xmlns:a16="http://schemas.microsoft.com/office/drawing/2014/main" id="{3C49B5F6-0018-F62E-FFC5-CEF7903F4EBA}"/>
              </a:ext>
            </a:extLst>
          </p:cNvPr>
          <p:cNvSpPr>
            <a:spLocks noGrp="1"/>
          </p:cNvSpPr>
          <p:nvPr>
            <p:ph type="subTitle" idx="1"/>
          </p:nvPr>
        </p:nvSpPr>
        <p:spPr>
          <a:xfrm>
            <a:off x="797112" y="3602038"/>
            <a:ext cx="9817100" cy="1655762"/>
          </a:xfrm>
        </p:spPr>
        <p:txBody>
          <a:bodyPr vert="horz" lIns="91440" tIns="45720" rIns="91440" bIns="45720" rtlCol="0" anchor="t">
            <a:normAutofit/>
          </a:bodyPr>
          <a:lstStyle/>
          <a:p>
            <a:r>
              <a:rPr lang="nb-NO" dirty="0">
                <a:latin typeface="Haffer"/>
              </a:rPr>
              <a:t>Benjamin Beuster, Sikt - </a:t>
            </a:r>
            <a:r>
              <a:rPr lang="en-US" dirty="0">
                <a:latin typeface="Haffer"/>
              </a:rPr>
              <a:t>Norwegian Agency for Shared Services in Education </a:t>
            </a:r>
            <a:r>
              <a:rPr lang="nb-NO" dirty="0">
                <a:latin typeface="Haffer"/>
              </a:rPr>
              <a:t>Joachim Wackerow</a:t>
            </a:r>
            <a:endParaRPr lang="nb-NO" dirty="0"/>
          </a:p>
          <a:p>
            <a:endParaRPr lang="en-US" sz="1200" dirty="0"/>
          </a:p>
          <a:p>
            <a:r>
              <a:rPr lang="en-US" sz="1200" dirty="0"/>
              <a:t>	EDDI 2023, 15</a:t>
            </a:r>
            <a:r>
              <a:rPr lang="en-US" sz="1200" baseline="30000" dirty="0"/>
              <a:t>th</a:t>
            </a:r>
            <a:r>
              <a:rPr lang="en-US" sz="1200" dirty="0"/>
              <a:t> DDI European User Conference, </a:t>
            </a:r>
            <a:r>
              <a:rPr lang="nb-NO" sz="1200" dirty="0"/>
              <a:t>Ljubljana</a:t>
            </a:r>
            <a:r>
              <a:rPr lang="en-US" sz="1200" dirty="0"/>
              <a:t>, November 27-29, 2023</a:t>
            </a:r>
          </a:p>
        </p:txBody>
      </p:sp>
      <p:sp>
        <p:nvSpPr>
          <p:cNvPr id="4" name="TekstSylinder 3">
            <a:extLst>
              <a:ext uri="{FF2B5EF4-FFF2-40B4-BE49-F238E27FC236}">
                <a16:creationId xmlns:a16="http://schemas.microsoft.com/office/drawing/2014/main" id="{D3CD54CF-7C3C-573B-5ED4-B0E77F107D3B}"/>
              </a:ext>
            </a:extLst>
          </p:cNvPr>
          <p:cNvSpPr txBox="1"/>
          <p:nvPr/>
        </p:nvSpPr>
        <p:spPr>
          <a:xfrm>
            <a:off x="2492374" y="5730875"/>
            <a:ext cx="180975" cy="3619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nb-NO"/>
          </a:p>
        </p:txBody>
      </p:sp>
      <p:sp>
        <p:nvSpPr>
          <p:cNvPr id="5" name="AutoShape 2" descr="Logo">
            <a:extLst>
              <a:ext uri="{FF2B5EF4-FFF2-40B4-BE49-F238E27FC236}">
                <a16:creationId xmlns:a16="http://schemas.microsoft.com/office/drawing/2014/main" id="{E82A8B71-4B1D-4EAD-82B8-5D24E7FF5D4B}"/>
              </a:ext>
            </a:extLst>
          </p:cNvPr>
          <p:cNvSpPr>
            <a:spLocks noChangeAspect="1" noChangeArrowheads="1"/>
          </p:cNvSpPr>
          <p:nvPr/>
        </p:nvSpPr>
        <p:spPr bwMode="auto">
          <a:xfrm>
            <a:off x="5943600" y="3276600"/>
            <a:ext cx="3520440" cy="3520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b-NO"/>
          </a:p>
        </p:txBody>
      </p:sp>
      <p:sp>
        <p:nvSpPr>
          <p:cNvPr id="6" name="Rectangle 5">
            <a:extLst>
              <a:ext uri="{FF2B5EF4-FFF2-40B4-BE49-F238E27FC236}">
                <a16:creationId xmlns:a16="http://schemas.microsoft.com/office/drawing/2014/main" id="{58923A71-911E-4A1E-0AB5-769BE70B9E5B}"/>
              </a:ext>
            </a:extLst>
          </p:cNvPr>
          <p:cNvSpPr/>
          <p:nvPr/>
        </p:nvSpPr>
        <p:spPr>
          <a:xfrm>
            <a:off x="888193" y="6427708"/>
            <a:ext cx="7130320" cy="369332"/>
          </a:xfrm>
          <a:prstGeom prst="rect">
            <a:avLst/>
          </a:prstGeom>
        </p:spPr>
        <p:txBody>
          <a:bodyPr wrap="square">
            <a:spAutoFit/>
          </a:bodyPr>
          <a:lstStyle/>
          <a:p>
            <a:pPr>
              <a:spcAft>
                <a:spcPts val="0"/>
              </a:spcAft>
            </a:pPr>
            <a:r>
              <a:rPr lang="de-DE" dirty="0"/>
              <a:t>License: </a:t>
            </a:r>
            <a:r>
              <a:rPr lang="de-DE" u="sng" dirty="0">
                <a:hlinkClick r:id="rId2"/>
              </a:rPr>
              <a:t>Creative Commons Attribution 4.0 International (CC BY 4.0)</a:t>
            </a:r>
            <a:endParaRPr lang="nb-NO" sz="1400" dirty="0">
              <a:solidFill>
                <a:schemeClr val="accent5">
                  <a:lumMod val="50000"/>
                </a:schemeClr>
              </a:solidFill>
            </a:endParaRPr>
          </a:p>
        </p:txBody>
      </p:sp>
    </p:spTree>
    <p:extLst>
      <p:ext uri="{BB962C8B-B14F-4D97-AF65-F5344CB8AC3E}">
        <p14:creationId xmlns:p14="http://schemas.microsoft.com/office/powerpoint/2010/main" val="69611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A2809-34B0-14AC-46D1-7AA5F86A853B}"/>
              </a:ext>
            </a:extLst>
          </p:cNvPr>
          <p:cNvSpPr>
            <a:spLocks noGrp="1"/>
          </p:cNvSpPr>
          <p:nvPr>
            <p:ph type="title"/>
          </p:nvPr>
        </p:nvSpPr>
        <p:spPr/>
        <p:txBody>
          <a:bodyPr/>
          <a:lstStyle/>
          <a:p>
            <a:r>
              <a:rPr lang="nb-NO" dirty="0" err="1"/>
              <a:t>Outline</a:t>
            </a:r>
            <a:endParaRPr lang="nb-NO" dirty="0"/>
          </a:p>
        </p:txBody>
      </p:sp>
      <p:sp>
        <p:nvSpPr>
          <p:cNvPr id="3" name="Text Placeholder 2">
            <a:extLst>
              <a:ext uri="{FF2B5EF4-FFF2-40B4-BE49-F238E27FC236}">
                <a16:creationId xmlns:a16="http://schemas.microsoft.com/office/drawing/2014/main" id="{9B715A81-CF13-871C-299E-A790B9221694}"/>
              </a:ext>
            </a:extLst>
          </p:cNvPr>
          <p:cNvSpPr>
            <a:spLocks noGrp="1"/>
          </p:cNvSpPr>
          <p:nvPr>
            <p:ph type="body" idx="1"/>
          </p:nvPr>
        </p:nvSpPr>
        <p:spPr>
          <a:xfrm>
            <a:off x="1012499" y="1539922"/>
            <a:ext cx="10125003" cy="4050001"/>
          </a:xfrm>
        </p:spPr>
        <p:txBody>
          <a:bodyPr>
            <a:normAutofit/>
          </a:bodyPr>
          <a:lstStyle/>
          <a:p>
            <a:endParaRPr lang="en-US" dirty="0"/>
          </a:p>
          <a:p>
            <a:r>
              <a:rPr lang="en-US" sz="3200" dirty="0"/>
              <a:t>EOSC Future Science Project “Climate Neutral and Smart Cities” </a:t>
            </a:r>
          </a:p>
          <a:p>
            <a:r>
              <a:rPr lang="en-US" sz="3200" dirty="0"/>
              <a:t>DDI-CDI Process Model - Subset</a:t>
            </a:r>
          </a:p>
          <a:p>
            <a:r>
              <a:rPr lang="en-US" sz="3200" dirty="0"/>
              <a:t>Provenance Tool – Live Demonstration</a:t>
            </a:r>
          </a:p>
          <a:p>
            <a:pPr marL="0" indent="0">
              <a:buNone/>
            </a:pPr>
            <a:endParaRPr lang="nb-NO" dirty="0"/>
          </a:p>
        </p:txBody>
      </p:sp>
    </p:spTree>
    <p:extLst>
      <p:ext uri="{BB962C8B-B14F-4D97-AF65-F5344CB8AC3E}">
        <p14:creationId xmlns:p14="http://schemas.microsoft.com/office/powerpoint/2010/main" val="95283162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tel 1">
            <a:extLst>
              <a:ext uri="{FF2B5EF4-FFF2-40B4-BE49-F238E27FC236}">
                <a16:creationId xmlns:a16="http://schemas.microsoft.com/office/drawing/2014/main" id="{20BBCDD4-ED62-74AC-9E02-F2EAA0EC30A5}"/>
              </a:ext>
            </a:extLst>
          </p:cNvPr>
          <p:cNvSpPr txBox="1">
            <a:spLocks/>
          </p:cNvSpPr>
          <p:nvPr/>
        </p:nvSpPr>
        <p:spPr>
          <a:xfrm>
            <a:off x="1671320" y="915031"/>
            <a:ext cx="11191240" cy="1084331"/>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Haffer" pitchFamily="2" charset="77"/>
                <a:ea typeface="+mj-ea"/>
                <a:cs typeface="Haffer" pitchFamily="2" charset="77"/>
              </a:defRPr>
            </a:lvl1pPr>
          </a:lstStyle>
          <a:p>
            <a:r>
              <a:rPr lang="nb-NO" dirty="0" err="1">
                <a:sym typeface="Calibri"/>
              </a:rPr>
              <a:t>Climate</a:t>
            </a:r>
            <a:r>
              <a:rPr lang="nb-NO" dirty="0">
                <a:sym typeface="Calibri"/>
              </a:rPr>
              <a:t> </a:t>
            </a:r>
            <a:r>
              <a:rPr lang="nb-NO" dirty="0" err="1">
                <a:sym typeface="Calibri"/>
              </a:rPr>
              <a:t>Neutral</a:t>
            </a:r>
            <a:r>
              <a:rPr lang="nb-NO" dirty="0">
                <a:sym typeface="Calibri"/>
              </a:rPr>
              <a:t> and Smart </a:t>
            </a:r>
            <a:r>
              <a:rPr lang="nb-NO" dirty="0" err="1">
                <a:sym typeface="Calibri"/>
              </a:rPr>
              <a:t>Cities</a:t>
            </a:r>
            <a:r>
              <a:rPr lang="nb-NO" dirty="0">
                <a:sym typeface="Calibri"/>
              </a:rPr>
              <a:t> </a:t>
            </a:r>
            <a:r>
              <a:rPr lang="nb-NO" dirty="0" err="1">
                <a:sym typeface="Calibri"/>
              </a:rPr>
              <a:t>project</a:t>
            </a:r>
            <a:endParaRPr lang="nb-NO" dirty="0"/>
          </a:p>
        </p:txBody>
      </p:sp>
      <p:sp>
        <p:nvSpPr>
          <p:cNvPr id="4" name="TekstSylinder 5">
            <a:extLst>
              <a:ext uri="{FF2B5EF4-FFF2-40B4-BE49-F238E27FC236}">
                <a16:creationId xmlns:a16="http://schemas.microsoft.com/office/drawing/2014/main" id="{452FCBF3-E619-0ACE-BD6D-4573808BDE6A}"/>
              </a:ext>
            </a:extLst>
          </p:cNvPr>
          <p:cNvSpPr txBox="1"/>
          <p:nvPr/>
        </p:nvSpPr>
        <p:spPr>
          <a:xfrm>
            <a:off x="2188543" y="1603122"/>
            <a:ext cx="7814914" cy="3156762"/>
          </a:xfrm>
          <a:prstGeom prst="rect">
            <a:avLst/>
          </a:prstGeom>
          <a:noFill/>
        </p:spPr>
        <p:txBody>
          <a:bodyPr wrap="square" rtlCol="0">
            <a:spAutoFit/>
          </a:bodyPr>
          <a:lstStyle/>
          <a:p>
            <a:pPr marL="228600" indent="-228600">
              <a:lnSpc>
                <a:spcPct val="90000"/>
              </a:lnSpc>
              <a:spcBef>
                <a:spcPts val="1000"/>
              </a:spcBef>
              <a:buClr>
                <a:schemeClr val="accent2"/>
              </a:buClr>
              <a:buFont typeface="Arial" panose="020B0604020202020204" pitchFamily="34" charset="0"/>
              <a:buChar char="•"/>
            </a:pPr>
            <a:endParaRPr lang="nb-NO" sz="3200" dirty="0">
              <a:latin typeface="Haffer" pitchFamily="2" charset="77"/>
            </a:endParaRPr>
          </a:p>
          <a:p>
            <a:pPr>
              <a:lnSpc>
                <a:spcPct val="90000"/>
              </a:lnSpc>
              <a:spcBef>
                <a:spcPts val="1000"/>
              </a:spcBef>
              <a:buClr>
                <a:schemeClr val="accent2"/>
              </a:buClr>
            </a:pPr>
            <a:r>
              <a:rPr lang="en-US" sz="3200" b="1" dirty="0">
                <a:latin typeface="Haffer" pitchFamily="2" charset="77"/>
              </a:rPr>
              <a:t>Goal</a:t>
            </a:r>
            <a:r>
              <a:rPr lang="en-US" sz="3200" dirty="0">
                <a:latin typeface="Haffer" pitchFamily="2" charset="77"/>
              </a:rPr>
              <a:t>: Demonstrate that relevant environmental data and data on citizens’ values, attitudes, behavior and involvement can be combined for social, political and scientific analysis</a:t>
            </a:r>
          </a:p>
          <a:p>
            <a:endParaRPr lang="nb-NO" dirty="0"/>
          </a:p>
        </p:txBody>
      </p:sp>
    </p:spTree>
    <p:extLst>
      <p:ext uri="{BB962C8B-B14F-4D97-AF65-F5344CB8AC3E}">
        <p14:creationId xmlns:p14="http://schemas.microsoft.com/office/powerpoint/2010/main" val="308171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50B568-9308-BDF6-3DE8-28F9B676D318}"/>
              </a:ext>
            </a:extLst>
          </p:cNvPr>
          <p:cNvPicPr>
            <a:picLocks noChangeAspect="1"/>
          </p:cNvPicPr>
          <p:nvPr/>
        </p:nvPicPr>
        <p:blipFill>
          <a:blip r:embed="rId2"/>
          <a:stretch>
            <a:fillRect/>
          </a:stretch>
        </p:blipFill>
        <p:spPr>
          <a:xfrm>
            <a:off x="1181527" y="313851"/>
            <a:ext cx="10073269" cy="6045440"/>
          </a:xfrm>
          <a:prstGeom prst="rect">
            <a:avLst/>
          </a:prstGeom>
        </p:spPr>
      </p:pic>
    </p:spTree>
    <p:extLst>
      <p:ext uri="{BB962C8B-B14F-4D97-AF65-F5344CB8AC3E}">
        <p14:creationId xmlns:p14="http://schemas.microsoft.com/office/powerpoint/2010/main" val="2149945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66;p9">
            <a:extLst>
              <a:ext uri="{FF2B5EF4-FFF2-40B4-BE49-F238E27FC236}">
                <a16:creationId xmlns:a16="http://schemas.microsoft.com/office/drawing/2014/main" id="{CF2BA60C-116E-7517-F599-CB1D2441AF0D}"/>
              </a:ext>
            </a:extLst>
          </p:cNvPr>
          <p:cNvPicPr preferRelativeResize="0"/>
          <p:nvPr/>
        </p:nvPicPr>
        <p:blipFill rotWithShape="1">
          <a:blip r:embed="rId2">
            <a:alphaModFix/>
          </a:blip>
          <a:srcRect/>
          <a:stretch/>
        </p:blipFill>
        <p:spPr>
          <a:xfrm>
            <a:off x="1924015" y="540770"/>
            <a:ext cx="7391495" cy="5402481"/>
          </a:xfrm>
          <a:prstGeom prst="rect">
            <a:avLst/>
          </a:prstGeom>
          <a:noFill/>
          <a:ln>
            <a:noFill/>
          </a:ln>
        </p:spPr>
      </p:pic>
    </p:spTree>
    <p:extLst>
      <p:ext uri="{BB962C8B-B14F-4D97-AF65-F5344CB8AC3E}">
        <p14:creationId xmlns:p14="http://schemas.microsoft.com/office/powerpoint/2010/main" val="310132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B50E33-D7D4-FE49-6340-0C9006C53A34}"/>
              </a:ext>
            </a:extLst>
          </p:cNvPr>
          <p:cNvPicPr>
            <a:picLocks noChangeAspect="1"/>
          </p:cNvPicPr>
          <p:nvPr/>
        </p:nvPicPr>
        <p:blipFill>
          <a:blip r:embed="rId2"/>
          <a:stretch>
            <a:fillRect/>
          </a:stretch>
        </p:blipFill>
        <p:spPr>
          <a:xfrm>
            <a:off x="733425" y="990600"/>
            <a:ext cx="10725150" cy="4876800"/>
          </a:xfrm>
          <a:prstGeom prst="rect">
            <a:avLst/>
          </a:prstGeom>
        </p:spPr>
      </p:pic>
    </p:spTree>
    <p:extLst>
      <p:ext uri="{BB962C8B-B14F-4D97-AF65-F5344CB8AC3E}">
        <p14:creationId xmlns:p14="http://schemas.microsoft.com/office/powerpoint/2010/main" val="3997003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1;p4">
            <a:extLst>
              <a:ext uri="{FF2B5EF4-FFF2-40B4-BE49-F238E27FC236}">
                <a16:creationId xmlns:a16="http://schemas.microsoft.com/office/drawing/2014/main" id="{A22A4776-F40A-F3E8-E0EB-CE71E0373B9A}"/>
              </a:ext>
            </a:extLst>
          </p:cNvPr>
          <p:cNvSpPr txBox="1">
            <a:spLocks/>
          </p:cNvSpPr>
          <p:nvPr/>
        </p:nvSpPr>
        <p:spPr>
          <a:xfrm>
            <a:off x="1761893" y="914400"/>
            <a:ext cx="9824224" cy="424861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b="1" dirty="0">
                <a:solidFill>
                  <a:schemeClr val="tx1"/>
                </a:solidFill>
                <a:latin typeface="Haffer" pitchFamily="2" charset="77"/>
                <a:ea typeface="+mj-ea"/>
                <a:cs typeface="+mj-cs"/>
              </a:rPr>
              <a:t>What are the Best Practices for Documenting the Data and the Data Integration Process?</a:t>
            </a:r>
          </a:p>
        </p:txBody>
      </p:sp>
    </p:spTree>
    <p:extLst>
      <p:ext uri="{BB962C8B-B14F-4D97-AF65-F5344CB8AC3E}">
        <p14:creationId xmlns:p14="http://schemas.microsoft.com/office/powerpoint/2010/main" val="3475783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098F10-2D29-EDB0-B059-3C3AEADCBEEE}"/>
              </a:ext>
            </a:extLst>
          </p:cNvPr>
          <p:cNvPicPr>
            <a:picLocks noChangeAspect="1"/>
          </p:cNvPicPr>
          <p:nvPr/>
        </p:nvPicPr>
        <p:blipFill>
          <a:blip r:embed="rId3"/>
          <a:stretch>
            <a:fillRect/>
          </a:stretch>
        </p:blipFill>
        <p:spPr>
          <a:xfrm>
            <a:off x="897893" y="1762018"/>
            <a:ext cx="10195491" cy="4618518"/>
          </a:xfrm>
          <a:prstGeom prst="rect">
            <a:avLst/>
          </a:prstGeom>
        </p:spPr>
      </p:pic>
      <p:sp>
        <p:nvSpPr>
          <p:cNvPr id="4" name="TextBox 3">
            <a:extLst>
              <a:ext uri="{FF2B5EF4-FFF2-40B4-BE49-F238E27FC236}">
                <a16:creationId xmlns:a16="http://schemas.microsoft.com/office/drawing/2014/main" id="{D4F1732D-5A78-1EC0-093D-43401CBA6554}"/>
              </a:ext>
            </a:extLst>
          </p:cNvPr>
          <p:cNvSpPr txBox="1"/>
          <p:nvPr/>
        </p:nvSpPr>
        <p:spPr>
          <a:xfrm>
            <a:off x="672790" y="189570"/>
            <a:ext cx="11519210" cy="1311128"/>
          </a:xfrm>
          <a:prstGeom prst="rect">
            <a:avLst/>
          </a:prstGeom>
          <a:noFill/>
        </p:spPr>
        <p:txBody>
          <a:bodyPr wrap="square" rtlCol="0">
            <a:spAutoFit/>
          </a:bodyPr>
          <a:lstStyle/>
          <a:p>
            <a:pPr>
              <a:lnSpc>
                <a:spcPct val="90000"/>
              </a:lnSpc>
              <a:spcBef>
                <a:spcPct val="0"/>
              </a:spcBef>
            </a:pPr>
            <a:r>
              <a:rPr lang="en-US" sz="4400" dirty="0">
                <a:latin typeface="Haffer" pitchFamily="2" charset="77"/>
                <a:ea typeface="+mj-ea"/>
              </a:rPr>
              <a:t>Climate and Air Quality Indices for the ESS - Design spreadsheet for variables</a:t>
            </a:r>
          </a:p>
        </p:txBody>
      </p:sp>
    </p:spTree>
    <p:extLst>
      <p:ext uri="{BB962C8B-B14F-4D97-AF65-F5344CB8AC3E}">
        <p14:creationId xmlns:p14="http://schemas.microsoft.com/office/powerpoint/2010/main" val="402170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08DAF-DBED-5754-FC0B-74EA3B20DA5A}"/>
              </a:ext>
            </a:extLst>
          </p:cNvPr>
          <p:cNvSpPr>
            <a:spLocks noGrp="1"/>
          </p:cNvSpPr>
          <p:nvPr>
            <p:ph type="title"/>
          </p:nvPr>
        </p:nvSpPr>
        <p:spPr/>
        <p:txBody>
          <a:bodyPr/>
          <a:lstStyle/>
          <a:p>
            <a:r>
              <a:rPr lang="nb-NO" dirty="0"/>
              <a:t>Variable </a:t>
            </a:r>
            <a:r>
              <a:rPr lang="nb-NO" dirty="0" err="1"/>
              <a:t>Documentation</a:t>
            </a:r>
            <a:endParaRPr lang="nb-NO" dirty="0"/>
          </a:p>
        </p:txBody>
      </p:sp>
      <p:sp>
        <p:nvSpPr>
          <p:cNvPr id="3" name="Content Placeholder 2">
            <a:extLst>
              <a:ext uri="{FF2B5EF4-FFF2-40B4-BE49-F238E27FC236}">
                <a16:creationId xmlns:a16="http://schemas.microsoft.com/office/drawing/2014/main" id="{3B89482C-781E-A305-A033-4283649335B8}"/>
              </a:ext>
            </a:extLst>
          </p:cNvPr>
          <p:cNvSpPr>
            <a:spLocks noGrp="1"/>
          </p:cNvSpPr>
          <p:nvPr>
            <p:ph idx="1"/>
          </p:nvPr>
        </p:nvSpPr>
        <p:spPr/>
        <p:txBody>
          <a:bodyPr/>
          <a:lstStyle/>
          <a:p>
            <a:r>
              <a:rPr lang="nb-NO" dirty="0"/>
              <a:t>Target and Source Data Files</a:t>
            </a:r>
          </a:p>
          <a:p>
            <a:r>
              <a:rPr lang="nb-NO" dirty="0"/>
              <a:t>Target and Source Variables</a:t>
            </a:r>
          </a:p>
          <a:p>
            <a:r>
              <a:rPr lang="nb-NO" dirty="0" err="1"/>
              <a:t>Name</a:t>
            </a:r>
            <a:r>
              <a:rPr lang="nb-NO" dirty="0"/>
              <a:t> and </a:t>
            </a:r>
            <a:r>
              <a:rPr lang="nb-NO" dirty="0" err="1"/>
              <a:t>Label</a:t>
            </a:r>
            <a:endParaRPr lang="nb-NO" dirty="0"/>
          </a:p>
          <a:p>
            <a:r>
              <a:rPr lang="nb-NO" dirty="0" err="1"/>
              <a:t>Representation</a:t>
            </a:r>
            <a:endParaRPr lang="nb-NO" dirty="0"/>
          </a:p>
          <a:p>
            <a:r>
              <a:rPr lang="nb-NO" dirty="0" err="1"/>
              <a:t>Codelists</a:t>
            </a:r>
            <a:r>
              <a:rPr lang="nb-NO" dirty="0"/>
              <a:t>, </a:t>
            </a:r>
            <a:r>
              <a:rPr lang="nb-NO" dirty="0" err="1"/>
              <a:t>Missing</a:t>
            </a:r>
            <a:r>
              <a:rPr lang="nb-NO" dirty="0"/>
              <a:t> Values</a:t>
            </a:r>
          </a:p>
          <a:p>
            <a:r>
              <a:rPr lang="nb-NO" dirty="0"/>
              <a:t>Unit </a:t>
            </a:r>
            <a:r>
              <a:rPr lang="nb-NO" dirty="0" err="1"/>
              <a:t>of</a:t>
            </a:r>
            <a:r>
              <a:rPr lang="nb-NO" dirty="0"/>
              <a:t> </a:t>
            </a:r>
            <a:r>
              <a:rPr lang="nb-NO" dirty="0" err="1"/>
              <a:t>Measure</a:t>
            </a:r>
            <a:r>
              <a:rPr lang="nb-NO" dirty="0"/>
              <a:t>, </a:t>
            </a:r>
            <a:r>
              <a:rPr lang="nb-NO" dirty="0" err="1"/>
              <a:t>Description</a:t>
            </a:r>
            <a:endParaRPr lang="nb-NO" dirty="0"/>
          </a:p>
          <a:p>
            <a:r>
              <a:rPr lang="nb-NO" dirty="0"/>
              <a:t>Variable Groups</a:t>
            </a:r>
          </a:p>
          <a:p>
            <a:endParaRPr lang="nb-NO" dirty="0"/>
          </a:p>
        </p:txBody>
      </p:sp>
      <p:pic>
        <p:nvPicPr>
          <p:cNvPr id="6148" name="Picture 4">
            <a:extLst>
              <a:ext uri="{FF2B5EF4-FFF2-40B4-BE49-F238E27FC236}">
                <a16:creationId xmlns:a16="http://schemas.microsoft.com/office/drawing/2014/main" id="{FFAAADD1-D8C7-EB83-E857-A30A45E95B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9142" y="2039813"/>
            <a:ext cx="6069596" cy="1810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2080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1;p4">
            <a:extLst>
              <a:ext uri="{FF2B5EF4-FFF2-40B4-BE49-F238E27FC236}">
                <a16:creationId xmlns:a16="http://schemas.microsoft.com/office/drawing/2014/main" id="{A22A4776-F40A-F3E8-E0EB-CE71E0373B9A}"/>
              </a:ext>
            </a:extLst>
          </p:cNvPr>
          <p:cNvSpPr txBox="1">
            <a:spLocks/>
          </p:cNvSpPr>
          <p:nvPr/>
        </p:nvSpPr>
        <p:spPr>
          <a:xfrm>
            <a:off x="1761893" y="914400"/>
            <a:ext cx="9824224" cy="424861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b="1" dirty="0">
                <a:solidFill>
                  <a:schemeClr val="tx1"/>
                </a:solidFill>
                <a:latin typeface="Haffer" pitchFamily="2" charset="77"/>
                <a:ea typeface="+mj-ea"/>
                <a:cs typeface="+mj-cs"/>
              </a:rPr>
              <a:t>But How Can We Describe the Data Integration Process and Variable Computation?</a:t>
            </a:r>
          </a:p>
        </p:txBody>
      </p:sp>
    </p:spTree>
    <p:extLst>
      <p:ext uri="{BB962C8B-B14F-4D97-AF65-F5344CB8AC3E}">
        <p14:creationId xmlns:p14="http://schemas.microsoft.com/office/powerpoint/2010/main" val="1763351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975E152-62BE-1B0C-823F-8E4133577D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8503" y="1842897"/>
            <a:ext cx="5923750" cy="1586103"/>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1;p4">
            <a:extLst>
              <a:ext uri="{FF2B5EF4-FFF2-40B4-BE49-F238E27FC236}">
                <a16:creationId xmlns:a16="http://schemas.microsoft.com/office/drawing/2014/main" id="{A22A4776-F40A-F3E8-E0EB-CE71E0373B9A}"/>
              </a:ext>
            </a:extLst>
          </p:cNvPr>
          <p:cNvSpPr txBox="1">
            <a:spLocks/>
          </p:cNvSpPr>
          <p:nvPr/>
        </p:nvSpPr>
        <p:spPr>
          <a:xfrm>
            <a:off x="4421106" y="3429000"/>
            <a:ext cx="3510365" cy="140018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b="1" dirty="0">
                <a:solidFill>
                  <a:schemeClr val="tx1"/>
                </a:solidFill>
                <a:latin typeface="Haffer" pitchFamily="2" charset="77"/>
                <a:ea typeface="+mj-ea"/>
                <a:cs typeface="+mj-cs"/>
              </a:rPr>
              <a:t>Process Model</a:t>
            </a:r>
          </a:p>
        </p:txBody>
      </p:sp>
    </p:spTree>
    <p:extLst>
      <p:ext uri="{BB962C8B-B14F-4D97-AF65-F5344CB8AC3E}">
        <p14:creationId xmlns:p14="http://schemas.microsoft.com/office/powerpoint/2010/main" val="3464127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574FB3-1292-AAC3-9CBB-1358551DD821}"/>
              </a:ext>
            </a:extLst>
          </p:cNvPr>
          <p:cNvPicPr>
            <a:picLocks noChangeAspect="1"/>
          </p:cNvPicPr>
          <p:nvPr/>
        </p:nvPicPr>
        <p:blipFill>
          <a:blip r:embed="rId2"/>
          <a:stretch>
            <a:fillRect/>
          </a:stretch>
        </p:blipFill>
        <p:spPr>
          <a:xfrm>
            <a:off x="516064" y="396811"/>
            <a:ext cx="4295775" cy="5686425"/>
          </a:xfrm>
          <a:prstGeom prst="rect">
            <a:avLst/>
          </a:prstGeom>
        </p:spPr>
      </p:pic>
      <p:pic>
        <p:nvPicPr>
          <p:cNvPr id="9" name="Picture 8">
            <a:extLst>
              <a:ext uri="{FF2B5EF4-FFF2-40B4-BE49-F238E27FC236}">
                <a16:creationId xmlns:a16="http://schemas.microsoft.com/office/drawing/2014/main" id="{7D8F98C8-2840-ACB8-8DDC-7ED2988BF829}"/>
              </a:ext>
            </a:extLst>
          </p:cNvPr>
          <p:cNvPicPr>
            <a:picLocks noChangeAspect="1"/>
          </p:cNvPicPr>
          <p:nvPr/>
        </p:nvPicPr>
        <p:blipFill>
          <a:blip r:embed="rId3"/>
          <a:stretch>
            <a:fillRect/>
          </a:stretch>
        </p:blipFill>
        <p:spPr>
          <a:xfrm>
            <a:off x="4948600" y="396811"/>
            <a:ext cx="7048342" cy="5849546"/>
          </a:xfrm>
          <a:prstGeom prst="rect">
            <a:avLst/>
          </a:prstGeom>
        </p:spPr>
      </p:pic>
      <p:sp>
        <p:nvSpPr>
          <p:cNvPr id="10" name="Google Shape;121;p4">
            <a:extLst>
              <a:ext uri="{FF2B5EF4-FFF2-40B4-BE49-F238E27FC236}">
                <a16:creationId xmlns:a16="http://schemas.microsoft.com/office/drawing/2014/main" id="{9B08ED89-A8BB-4F86-552C-91FA7E86F719}"/>
              </a:ext>
            </a:extLst>
          </p:cNvPr>
          <p:cNvSpPr txBox="1">
            <a:spLocks/>
          </p:cNvSpPr>
          <p:nvPr/>
        </p:nvSpPr>
        <p:spPr>
          <a:xfrm>
            <a:off x="8165571" y="3169357"/>
            <a:ext cx="3510365" cy="140018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b="1" dirty="0">
                <a:solidFill>
                  <a:schemeClr val="tx1"/>
                </a:solidFill>
                <a:latin typeface="Haffer" pitchFamily="2" charset="77"/>
                <a:ea typeface="+mj-ea"/>
                <a:cs typeface="+mj-cs"/>
              </a:rPr>
              <a:t>Process Model</a:t>
            </a:r>
          </a:p>
          <a:p>
            <a:endParaRPr lang="en-US" sz="4000" b="1" dirty="0">
              <a:solidFill>
                <a:schemeClr val="tx1"/>
              </a:solidFill>
              <a:latin typeface="Haffer" pitchFamily="2" charset="77"/>
              <a:ea typeface="+mj-ea"/>
              <a:cs typeface="+mj-cs"/>
            </a:endParaRPr>
          </a:p>
        </p:txBody>
      </p:sp>
    </p:spTree>
    <p:extLst>
      <p:ext uri="{BB962C8B-B14F-4D97-AF65-F5344CB8AC3E}">
        <p14:creationId xmlns:p14="http://schemas.microsoft.com/office/powerpoint/2010/main" val="1919617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580DE1F1-10E4-7AB3-1BEE-67ADE9A5D0F1}"/>
              </a:ext>
            </a:extLst>
          </p:cNvPr>
          <p:cNvPicPr>
            <a:picLocks noChangeAspect="1"/>
          </p:cNvPicPr>
          <p:nvPr/>
        </p:nvPicPr>
        <p:blipFill>
          <a:blip r:embed="rId2"/>
          <a:stretch>
            <a:fillRect/>
          </a:stretch>
        </p:blipFill>
        <p:spPr>
          <a:xfrm>
            <a:off x="1123950" y="314325"/>
            <a:ext cx="9944100" cy="6229350"/>
          </a:xfrm>
          <a:prstGeom prst="rect">
            <a:avLst/>
          </a:prstGeom>
        </p:spPr>
      </p:pic>
      <p:sp>
        <p:nvSpPr>
          <p:cNvPr id="19" name="Google Shape;121;p4">
            <a:extLst>
              <a:ext uri="{FF2B5EF4-FFF2-40B4-BE49-F238E27FC236}">
                <a16:creationId xmlns:a16="http://schemas.microsoft.com/office/drawing/2014/main" id="{7C541A21-AFDA-D14E-9FEA-EB9CDF2AAB7D}"/>
              </a:ext>
            </a:extLst>
          </p:cNvPr>
          <p:cNvSpPr txBox="1">
            <a:spLocks/>
          </p:cNvSpPr>
          <p:nvPr/>
        </p:nvSpPr>
        <p:spPr>
          <a:xfrm>
            <a:off x="6533891" y="4080529"/>
            <a:ext cx="3510365" cy="140018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b="1" dirty="0">
                <a:solidFill>
                  <a:schemeClr val="tx1"/>
                </a:solidFill>
                <a:latin typeface="Haffer" pitchFamily="2" charset="77"/>
                <a:ea typeface="+mj-ea"/>
                <a:cs typeface="+mj-cs"/>
              </a:rPr>
              <a:t>Subset of </a:t>
            </a:r>
          </a:p>
          <a:p>
            <a:r>
              <a:rPr lang="en-US" sz="4000" b="1" dirty="0">
                <a:solidFill>
                  <a:schemeClr val="tx1"/>
                </a:solidFill>
                <a:latin typeface="Haffer" pitchFamily="2" charset="77"/>
                <a:ea typeface="+mj-ea"/>
                <a:cs typeface="+mj-cs"/>
              </a:rPr>
              <a:t>Process Model</a:t>
            </a:r>
          </a:p>
          <a:p>
            <a:endParaRPr lang="en-US" sz="4000" b="1" dirty="0">
              <a:solidFill>
                <a:schemeClr val="tx1"/>
              </a:solidFill>
              <a:latin typeface="Haffer" pitchFamily="2" charset="77"/>
              <a:ea typeface="+mj-ea"/>
              <a:cs typeface="+mj-cs"/>
            </a:endParaRPr>
          </a:p>
        </p:txBody>
      </p:sp>
    </p:spTree>
    <p:extLst>
      <p:ext uri="{BB962C8B-B14F-4D97-AF65-F5344CB8AC3E}">
        <p14:creationId xmlns:p14="http://schemas.microsoft.com/office/powerpoint/2010/main" val="3862210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4A38C1-70A4-0174-E306-17B2F16FAC9E}"/>
              </a:ext>
            </a:extLst>
          </p:cNvPr>
          <p:cNvPicPr>
            <a:picLocks noChangeAspect="1"/>
          </p:cNvPicPr>
          <p:nvPr/>
        </p:nvPicPr>
        <p:blipFill>
          <a:blip r:embed="rId2"/>
          <a:stretch>
            <a:fillRect/>
          </a:stretch>
        </p:blipFill>
        <p:spPr>
          <a:xfrm>
            <a:off x="1123950" y="290512"/>
            <a:ext cx="9944100" cy="6276975"/>
          </a:xfrm>
          <a:prstGeom prst="rect">
            <a:avLst/>
          </a:prstGeom>
        </p:spPr>
      </p:pic>
      <p:sp>
        <p:nvSpPr>
          <p:cNvPr id="13" name="Google Shape;121;p4">
            <a:extLst>
              <a:ext uri="{FF2B5EF4-FFF2-40B4-BE49-F238E27FC236}">
                <a16:creationId xmlns:a16="http://schemas.microsoft.com/office/drawing/2014/main" id="{600972B2-76AB-EBF5-5FDB-C76C3C2FEC95}"/>
              </a:ext>
            </a:extLst>
          </p:cNvPr>
          <p:cNvSpPr txBox="1">
            <a:spLocks/>
          </p:cNvSpPr>
          <p:nvPr/>
        </p:nvSpPr>
        <p:spPr>
          <a:xfrm>
            <a:off x="6533891" y="4080529"/>
            <a:ext cx="3510365" cy="140018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b="1" dirty="0">
                <a:solidFill>
                  <a:schemeClr val="tx1"/>
                </a:solidFill>
                <a:latin typeface="Haffer" pitchFamily="2" charset="77"/>
                <a:ea typeface="+mj-ea"/>
                <a:cs typeface="+mj-cs"/>
              </a:rPr>
              <a:t>Subset of </a:t>
            </a:r>
          </a:p>
          <a:p>
            <a:r>
              <a:rPr lang="en-US" sz="4000" b="1" dirty="0">
                <a:solidFill>
                  <a:schemeClr val="tx1"/>
                </a:solidFill>
                <a:latin typeface="Haffer" pitchFamily="2" charset="77"/>
                <a:ea typeface="+mj-ea"/>
                <a:cs typeface="+mj-cs"/>
              </a:rPr>
              <a:t>Process Model</a:t>
            </a:r>
          </a:p>
          <a:p>
            <a:endParaRPr lang="en-US" sz="4000" b="1" dirty="0">
              <a:solidFill>
                <a:schemeClr val="tx1"/>
              </a:solidFill>
              <a:latin typeface="Haffer" pitchFamily="2" charset="77"/>
              <a:ea typeface="+mj-ea"/>
              <a:cs typeface="+mj-cs"/>
            </a:endParaRPr>
          </a:p>
        </p:txBody>
      </p:sp>
    </p:spTree>
    <p:extLst>
      <p:ext uri="{BB962C8B-B14F-4D97-AF65-F5344CB8AC3E}">
        <p14:creationId xmlns:p14="http://schemas.microsoft.com/office/powerpoint/2010/main" val="3464939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8E60AD-0876-151C-B4D0-3F7B92A54E00}"/>
              </a:ext>
            </a:extLst>
          </p:cNvPr>
          <p:cNvPicPr>
            <a:picLocks noChangeAspect="1"/>
          </p:cNvPicPr>
          <p:nvPr/>
        </p:nvPicPr>
        <p:blipFill>
          <a:blip r:embed="rId2"/>
          <a:stretch>
            <a:fillRect/>
          </a:stretch>
        </p:blipFill>
        <p:spPr>
          <a:xfrm>
            <a:off x="2024008" y="811714"/>
            <a:ext cx="7835835" cy="5501756"/>
          </a:xfrm>
          <a:prstGeom prst="rect">
            <a:avLst/>
          </a:prstGeom>
        </p:spPr>
      </p:pic>
      <p:sp>
        <p:nvSpPr>
          <p:cNvPr id="5" name="Google Shape;121;p4">
            <a:extLst>
              <a:ext uri="{FF2B5EF4-FFF2-40B4-BE49-F238E27FC236}">
                <a16:creationId xmlns:a16="http://schemas.microsoft.com/office/drawing/2014/main" id="{8ED4A49C-5B63-1F26-4A1C-248C95294F9B}"/>
              </a:ext>
            </a:extLst>
          </p:cNvPr>
          <p:cNvSpPr txBox="1">
            <a:spLocks/>
          </p:cNvSpPr>
          <p:nvPr/>
        </p:nvSpPr>
        <p:spPr>
          <a:xfrm>
            <a:off x="4552750" y="111621"/>
            <a:ext cx="6564221" cy="140018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b="1" dirty="0">
                <a:solidFill>
                  <a:schemeClr val="tx1"/>
                </a:solidFill>
                <a:latin typeface="Haffer" pitchFamily="2" charset="77"/>
                <a:ea typeface="+mj-ea"/>
                <a:cs typeface="+mj-cs"/>
              </a:rPr>
              <a:t>Activity</a:t>
            </a:r>
          </a:p>
          <a:p>
            <a:endParaRPr lang="en-US" sz="4000" b="1" dirty="0">
              <a:solidFill>
                <a:schemeClr val="tx1"/>
              </a:solidFill>
              <a:latin typeface="Haffer" pitchFamily="2" charset="77"/>
              <a:ea typeface="+mj-ea"/>
              <a:cs typeface="+mj-cs"/>
            </a:endParaRPr>
          </a:p>
        </p:txBody>
      </p:sp>
    </p:spTree>
    <p:extLst>
      <p:ext uri="{BB962C8B-B14F-4D97-AF65-F5344CB8AC3E}">
        <p14:creationId xmlns:p14="http://schemas.microsoft.com/office/powerpoint/2010/main" val="3301233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8E60AD-0876-151C-B4D0-3F7B92A54E00}"/>
              </a:ext>
            </a:extLst>
          </p:cNvPr>
          <p:cNvPicPr>
            <a:picLocks noChangeAspect="1"/>
          </p:cNvPicPr>
          <p:nvPr/>
        </p:nvPicPr>
        <p:blipFill>
          <a:blip r:embed="rId2"/>
          <a:stretch>
            <a:fillRect/>
          </a:stretch>
        </p:blipFill>
        <p:spPr>
          <a:xfrm>
            <a:off x="2024008" y="811714"/>
            <a:ext cx="7835835" cy="5501756"/>
          </a:xfrm>
          <a:prstGeom prst="rect">
            <a:avLst/>
          </a:prstGeom>
        </p:spPr>
      </p:pic>
      <p:sp>
        <p:nvSpPr>
          <p:cNvPr id="2" name="TextBox 1">
            <a:extLst>
              <a:ext uri="{FF2B5EF4-FFF2-40B4-BE49-F238E27FC236}">
                <a16:creationId xmlns:a16="http://schemas.microsoft.com/office/drawing/2014/main" id="{D3788790-84C0-6F62-98DD-C60F97ACA10C}"/>
              </a:ext>
            </a:extLst>
          </p:cNvPr>
          <p:cNvSpPr txBox="1"/>
          <p:nvPr/>
        </p:nvSpPr>
        <p:spPr>
          <a:xfrm>
            <a:off x="2447483" y="455077"/>
            <a:ext cx="8425926" cy="1569660"/>
          </a:xfrm>
          <a:prstGeom prst="rect">
            <a:avLst/>
          </a:prstGeom>
          <a:solidFill>
            <a:schemeClr val="bg1"/>
          </a:solidFill>
        </p:spPr>
        <p:txBody>
          <a:bodyPr wrap="square" rtlCol="0">
            <a:spAutoFit/>
          </a:bodyPr>
          <a:lstStyle/>
          <a:p>
            <a:r>
              <a:rPr lang="en-US" sz="2400" dirty="0">
                <a:solidFill>
                  <a:srgbClr val="374151"/>
                </a:solidFill>
                <a:latin typeface="__haffer_14b61f"/>
              </a:rPr>
              <a:t>Serve as high-level overviews and can include sub-activities to establish a hierarchical structure. Broader scope, such as the data file level, not parameterized.</a:t>
            </a:r>
          </a:p>
          <a:p>
            <a:endParaRPr lang="nb-NO" sz="2400" dirty="0"/>
          </a:p>
        </p:txBody>
      </p:sp>
    </p:spTree>
    <p:extLst>
      <p:ext uri="{BB962C8B-B14F-4D97-AF65-F5344CB8AC3E}">
        <p14:creationId xmlns:p14="http://schemas.microsoft.com/office/powerpoint/2010/main" val="11340607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8E60AD-0876-151C-B4D0-3F7B92A54E00}"/>
              </a:ext>
            </a:extLst>
          </p:cNvPr>
          <p:cNvPicPr>
            <a:picLocks noChangeAspect="1"/>
          </p:cNvPicPr>
          <p:nvPr/>
        </p:nvPicPr>
        <p:blipFill>
          <a:blip r:embed="rId2"/>
          <a:stretch>
            <a:fillRect/>
          </a:stretch>
        </p:blipFill>
        <p:spPr>
          <a:xfrm>
            <a:off x="2024008" y="811714"/>
            <a:ext cx="7835835" cy="5501756"/>
          </a:xfrm>
          <a:prstGeom prst="rect">
            <a:avLst/>
          </a:prstGeom>
        </p:spPr>
      </p:pic>
      <p:sp>
        <p:nvSpPr>
          <p:cNvPr id="2" name="TextBox 1">
            <a:extLst>
              <a:ext uri="{FF2B5EF4-FFF2-40B4-BE49-F238E27FC236}">
                <a16:creationId xmlns:a16="http://schemas.microsoft.com/office/drawing/2014/main" id="{D3788790-84C0-6F62-98DD-C60F97ACA10C}"/>
              </a:ext>
            </a:extLst>
          </p:cNvPr>
          <p:cNvSpPr txBox="1"/>
          <p:nvPr/>
        </p:nvSpPr>
        <p:spPr>
          <a:xfrm>
            <a:off x="1806461" y="705678"/>
            <a:ext cx="11029979" cy="1200329"/>
          </a:xfrm>
          <a:prstGeom prst="rect">
            <a:avLst/>
          </a:prstGeom>
          <a:solidFill>
            <a:schemeClr val="bg1"/>
          </a:solidFill>
        </p:spPr>
        <p:txBody>
          <a:bodyPr wrap="square" rtlCol="0">
            <a:spAutoFit/>
          </a:bodyPr>
          <a:lstStyle/>
          <a:p>
            <a:r>
              <a:rPr lang="en-US" sz="2400" dirty="0">
                <a:solidFill>
                  <a:srgbClr val="374151"/>
                </a:solidFill>
                <a:latin typeface="__haffer_14b61f"/>
              </a:rPr>
              <a:t>Attribute </a:t>
            </a:r>
            <a:r>
              <a:rPr lang="en-US" sz="2400" b="1" dirty="0" err="1">
                <a:solidFill>
                  <a:srgbClr val="374151"/>
                </a:solidFill>
                <a:latin typeface="__haffer_14b61f"/>
              </a:rPr>
              <a:t>entityUsed</a:t>
            </a:r>
            <a:r>
              <a:rPr lang="en-US" sz="2400" dirty="0">
                <a:solidFill>
                  <a:srgbClr val="374151"/>
                </a:solidFill>
                <a:latin typeface="__haffer_14b61f"/>
              </a:rPr>
              <a:t> refers to resources used in the activity, </a:t>
            </a:r>
          </a:p>
          <a:p>
            <a:r>
              <a:rPr lang="en-US" sz="2400" dirty="0">
                <a:solidFill>
                  <a:srgbClr val="374151"/>
                </a:solidFill>
                <a:latin typeface="__haffer_14b61f"/>
              </a:rPr>
              <a:t>and </a:t>
            </a:r>
            <a:r>
              <a:rPr lang="en-US" sz="2400" b="1" dirty="0" err="1">
                <a:solidFill>
                  <a:srgbClr val="374151"/>
                </a:solidFill>
                <a:latin typeface="__haffer_14b61f"/>
              </a:rPr>
              <a:t>entityProduced</a:t>
            </a:r>
            <a:r>
              <a:rPr lang="en-US" sz="2400" dirty="0">
                <a:solidFill>
                  <a:srgbClr val="374151"/>
                </a:solidFill>
                <a:latin typeface="__haffer_14b61f"/>
              </a:rPr>
              <a:t> refers to the outcomes resulting from the activity.</a:t>
            </a:r>
          </a:p>
          <a:p>
            <a:endParaRPr lang="nb-NO" sz="2400" dirty="0"/>
          </a:p>
        </p:txBody>
      </p:sp>
    </p:spTree>
    <p:extLst>
      <p:ext uri="{BB962C8B-B14F-4D97-AF65-F5344CB8AC3E}">
        <p14:creationId xmlns:p14="http://schemas.microsoft.com/office/powerpoint/2010/main" val="907622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8E60AD-0876-151C-B4D0-3F7B92A54E00}"/>
              </a:ext>
            </a:extLst>
          </p:cNvPr>
          <p:cNvPicPr>
            <a:picLocks noChangeAspect="1"/>
          </p:cNvPicPr>
          <p:nvPr/>
        </p:nvPicPr>
        <p:blipFill>
          <a:blip r:embed="rId2"/>
          <a:stretch>
            <a:fillRect/>
          </a:stretch>
        </p:blipFill>
        <p:spPr>
          <a:xfrm>
            <a:off x="2024008" y="811714"/>
            <a:ext cx="7835835" cy="5501756"/>
          </a:xfrm>
          <a:prstGeom prst="rect">
            <a:avLst/>
          </a:prstGeom>
        </p:spPr>
      </p:pic>
      <p:sp>
        <p:nvSpPr>
          <p:cNvPr id="2" name="TextBox 1">
            <a:extLst>
              <a:ext uri="{FF2B5EF4-FFF2-40B4-BE49-F238E27FC236}">
                <a16:creationId xmlns:a16="http://schemas.microsoft.com/office/drawing/2014/main" id="{D3788790-84C0-6F62-98DD-C60F97ACA10C}"/>
              </a:ext>
            </a:extLst>
          </p:cNvPr>
          <p:cNvSpPr txBox="1"/>
          <p:nvPr/>
        </p:nvSpPr>
        <p:spPr>
          <a:xfrm>
            <a:off x="1162021" y="218660"/>
            <a:ext cx="11029979" cy="1938992"/>
          </a:xfrm>
          <a:prstGeom prst="rect">
            <a:avLst/>
          </a:prstGeom>
          <a:solidFill>
            <a:schemeClr val="bg1"/>
          </a:solidFill>
        </p:spPr>
        <p:txBody>
          <a:bodyPr wrap="square" rtlCol="0">
            <a:spAutoFit/>
          </a:bodyPr>
          <a:lstStyle/>
          <a:p>
            <a:r>
              <a:rPr lang="en-US" sz="2400" b="1" dirty="0">
                <a:solidFill>
                  <a:srgbClr val="374151"/>
                </a:solidFill>
                <a:latin typeface="__haffer_14b61f"/>
              </a:rPr>
              <a:t>Implementation:</a:t>
            </a:r>
            <a:r>
              <a:rPr lang="en-US" sz="2400" dirty="0">
                <a:solidFill>
                  <a:srgbClr val="374151"/>
                </a:solidFill>
                <a:latin typeface="__haffer_14b61f"/>
              </a:rPr>
              <a:t> The resources include different types of web input, such as files available via the internet and APIs, web pages, and source data descriptions.</a:t>
            </a:r>
          </a:p>
          <a:p>
            <a:r>
              <a:rPr lang="en-US" sz="2400" dirty="0">
                <a:solidFill>
                  <a:srgbClr val="374151"/>
                </a:solidFill>
                <a:latin typeface="__haffer_14b61f"/>
              </a:rPr>
              <a:t>The outcomes are typically Digital Object Identifiers (DOI) of data files that resolve to landing pages in the ESS Data Portal. </a:t>
            </a:r>
          </a:p>
          <a:p>
            <a:endParaRPr lang="nb-NO" sz="2400" dirty="0"/>
          </a:p>
        </p:txBody>
      </p:sp>
    </p:spTree>
    <p:extLst>
      <p:ext uri="{BB962C8B-B14F-4D97-AF65-F5344CB8AC3E}">
        <p14:creationId xmlns:p14="http://schemas.microsoft.com/office/powerpoint/2010/main" val="8642125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8E60AD-0876-151C-B4D0-3F7B92A54E00}"/>
              </a:ext>
            </a:extLst>
          </p:cNvPr>
          <p:cNvPicPr>
            <a:picLocks noChangeAspect="1"/>
          </p:cNvPicPr>
          <p:nvPr/>
        </p:nvPicPr>
        <p:blipFill>
          <a:blip r:embed="rId2"/>
          <a:stretch>
            <a:fillRect/>
          </a:stretch>
        </p:blipFill>
        <p:spPr>
          <a:xfrm>
            <a:off x="2024008" y="811714"/>
            <a:ext cx="7835835" cy="5501756"/>
          </a:xfrm>
          <a:prstGeom prst="rect">
            <a:avLst/>
          </a:prstGeom>
        </p:spPr>
      </p:pic>
      <p:sp>
        <p:nvSpPr>
          <p:cNvPr id="2" name="TextBox 1">
            <a:extLst>
              <a:ext uri="{FF2B5EF4-FFF2-40B4-BE49-F238E27FC236}">
                <a16:creationId xmlns:a16="http://schemas.microsoft.com/office/drawing/2014/main" id="{D3788790-84C0-6F62-98DD-C60F97ACA10C}"/>
              </a:ext>
            </a:extLst>
          </p:cNvPr>
          <p:cNvSpPr txBox="1"/>
          <p:nvPr/>
        </p:nvSpPr>
        <p:spPr>
          <a:xfrm>
            <a:off x="2332157" y="699089"/>
            <a:ext cx="8425926" cy="1200329"/>
          </a:xfrm>
          <a:prstGeom prst="rect">
            <a:avLst/>
          </a:prstGeom>
          <a:solidFill>
            <a:schemeClr val="bg1"/>
          </a:solidFill>
        </p:spPr>
        <p:txBody>
          <a:bodyPr wrap="square" rtlCol="0">
            <a:spAutoFit/>
          </a:bodyPr>
          <a:lstStyle/>
          <a:p>
            <a:r>
              <a:rPr lang="en-US" sz="2400" dirty="0">
                <a:solidFill>
                  <a:srgbClr val="374151"/>
                </a:solidFill>
                <a:latin typeface="__haffer_14b61f"/>
              </a:rPr>
              <a:t>Can be broken down into steps for a more detailed account of data processing and variable computation.</a:t>
            </a:r>
          </a:p>
          <a:p>
            <a:endParaRPr lang="nb-NO" sz="2400" dirty="0"/>
          </a:p>
        </p:txBody>
      </p:sp>
    </p:spTree>
    <p:extLst>
      <p:ext uri="{BB962C8B-B14F-4D97-AF65-F5344CB8AC3E}">
        <p14:creationId xmlns:p14="http://schemas.microsoft.com/office/powerpoint/2010/main" val="8372827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CB3EFC2-0D9D-2EC6-A9E8-EF4999622914}"/>
              </a:ext>
            </a:extLst>
          </p:cNvPr>
          <p:cNvGraphicFramePr/>
          <p:nvPr/>
        </p:nvGraphicFramePr>
        <p:xfrm>
          <a:off x="1476260" y="719666"/>
          <a:ext cx="8683740" cy="5967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3449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8CB3EFC2-0D9D-2EC6-A9E8-EF4999622914}"/>
              </a:ext>
            </a:extLst>
          </p:cNvPr>
          <p:cNvGraphicFramePr/>
          <p:nvPr>
            <p:extLst>
              <p:ext uri="{D42A27DB-BD31-4B8C-83A1-F6EECF244321}">
                <p14:modId xmlns:p14="http://schemas.microsoft.com/office/powerpoint/2010/main" val="562806607"/>
              </p:ext>
            </p:extLst>
          </p:nvPr>
        </p:nvGraphicFramePr>
        <p:xfrm>
          <a:off x="1476260" y="719666"/>
          <a:ext cx="8683740" cy="59675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1058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diagram of a class&#10;&#10;Description automatically generated">
            <a:extLst>
              <a:ext uri="{FF2B5EF4-FFF2-40B4-BE49-F238E27FC236}">
                <a16:creationId xmlns:a16="http://schemas.microsoft.com/office/drawing/2014/main" id="{CA53A577-D0B8-7BEE-F9D3-9FF50BD46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8600" y="1792309"/>
            <a:ext cx="6394486" cy="4971129"/>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1;p4">
            <a:extLst>
              <a:ext uri="{FF2B5EF4-FFF2-40B4-BE49-F238E27FC236}">
                <a16:creationId xmlns:a16="http://schemas.microsoft.com/office/drawing/2014/main" id="{4D39A9FA-579D-296C-5BD6-241CE4DF4FCE}"/>
              </a:ext>
            </a:extLst>
          </p:cNvPr>
          <p:cNvSpPr txBox="1">
            <a:spLocks/>
          </p:cNvSpPr>
          <p:nvPr/>
        </p:nvSpPr>
        <p:spPr>
          <a:xfrm>
            <a:off x="3186066" y="392124"/>
            <a:ext cx="6564221" cy="140018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b="1" dirty="0">
                <a:solidFill>
                  <a:schemeClr val="tx1"/>
                </a:solidFill>
                <a:latin typeface="Haffer" pitchFamily="2" charset="77"/>
                <a:ea typeface="+mj-ea"/>
                <a:cs typeface="+mj-cs"/>
              </a:rPr>
              <a:t>Step and Parameter</a:t>
            </a:r>
          </a:p>
          <a:p>
            <a:endParaRPr lang="en-US" sz="4000" b="1" dirty="0">
              <a:solidFill>
                <a:schemeClr val="tx1"/>
              </a:solidFill>
              <a:latin typeface="Haffer" pitchFamily="2" charset="77"/>
              <a:ea typeface="+mj-ea"/>
              <a:cs typeface="+mj-cs"/>
            </a:endParaRPr>
          </a:p>
        </p:txBody>
      </p:sp>
    </p:spTree>
    <p:extLst>
      <p:ext uri="{BB962C8B-B14F-4D97-AF65-F5344CB8AC3E}">
        <p14:creationId xmlns:p14="http://schemas.microsoft.com/office/powerpoint/2010/main" val="3915624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diagram of a class&#10;&#10;Description automatically generated">
            <a:extLst>
              <a:ext uri="{FF2B5EF4-FFF2-40B4-BE49-F238E27FC236}">
                <a16:creationId xmlns:a16="http://schemas.microsoft.com/office/drawing/2014/main" id="{CA53A577-D0B8-7BEE-F9D3-9FF50BD46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8600" y="1792309"/>
            <a:ext cx="6394486" cy="49711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B4459F2-1B18-F767-8B5D-DFBA49121A66}"/>
              </a:ext>
            </a:extLst>
          </p:cNvPr>
          <p:cNvSpPr txBox="1"/>
          <p:nvPr/>
        </p:nvSpPr>
        <p:spPr>
          <a:xfrm>
            <a:off x="1749287" y="1059666"/>
            <a:ext cx="8955157" cy="1846659"/>
          </a:xfrm>
          <a:prstGeom prst="rect">
            <a:avLst/>
          </a:prstGeom>
          <a:solidFill>
            <a:schemeClr val="bg1"/>
          </a:solidFill>
        </p:spPr>
        <p:txBody>
          <a:bodyPr wrap="square" rtlCol="0">
            <a:spAutoFit/>
          </a:bodyPr>
          <a:lstStyle/>
          <a:p>
            <a:r>
              <a:rPr lang="en-US" sz="2400" b="1" dirty="0">
                <a:solidFill>
                  <a:srgbClr val="374151"/>
                </a:solidFill>
                <a:latin typeface="__haffer_14b61f"/>
              </a:rPr>
              <a:t>Steps</a:t>
            </a:r>
            <a:r>
              <a:rPr lang="en-US" sz="2400" dirty="0">
                <a:solidFill>
                  <a:srgbClr val="374151"/>
                </a:solidFill>
                <a:latin typeface="__haffer_14b61f"/>
              </a:rPr>
              <a:t> are modular, parameterized sub-processes within an activity that manage the flow of information. They process </a:t>
            </a:r>
            <a:r>
              <a:rPr lang="en-US" sz="2400" b="1" dirty="0">
                <a:solidFill>
                  <a:srgbClr val="374151"/>
                </a:solidFill>
                <a:latin typeface="__haffer_14b61f"/>
              </a:rPr>
              <a:t>input parameters </a:t>
            </a:r>
            <a:r>
              <a:rPr lang="en-US" sz="2400" dirty="0">
                <a:solidFill>
                  <a:srgbClr val="374151"/>
                </a:solidFill>
                <a:latin typeface="__haffer_14b61f"/>
              </a:rPr>
              <a:t>and generate </a:t>
            </a:r>
            <a:r>
              <a:rPr lang="en-US" sz="2400" b="1" dirty="0">
                <a:solidFill>
                  <a:srgbClr val="374151"/>
                </a:solidFill>
                <a:latin typeface="__haffer_14b61f"/>
              </a:rPr>
              <a:t>output parameters</a:t>
            </a:r>
            <a:r>
              <a:rPr lang="en-US" sz="2400" dirty="0">
                <a:solidFill>
                  <a:srgbClr val="374151"/>
                </a:solidFill>
                <a:latin typeface="__haffer_14b61f"/>
              </a:rPr>
              <a:t>, which can take various forms like data files or specific variables.</a:t>
            </a:r>
          </a:p>
          <a:p>
            <a:endParaRPr lang="nb-NO" dirty="0"/>
          </a:p>
        </p:txBody>
      </p:sp>
    </p:spTree>
    <p:extLst>
      <p:ext uri="{BB962C8B-B14F-4D97-AF65-F5344CB8AC3E}">
        <p14:creationId xmlns:p14="http://schemas.microsoft.com/office/powerpoint/2010/main" val="2179586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diagram of a class&#10;&#10;Description automatically generated">
            <a:extLst>
              <a:ext uri="{FF2B5EF4-FFF2-40B4-BE49-F238E27FC236}">
                <a16:creationId xmlns:a16="http://schemas.microsoft.com/office/drawing/2014/main" id="{CA53A577-D0B8-7BEE-F9D3-9FF50BD46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8600" y="1792309"/>
            <a:ext cx="6394486" cy="49711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3B23917-54AB-2346-3EE8-D6E1B11F8DAD}"/>
              </a:ext>
            </a:extLst>
          </p:cNvPr>
          <p:cNvSpPr txBox="1"/>
          <p:nvPr/>
        </p:nvSpPr>
        <p:spPr>
          <a:xfrm>
            <a:off x="1938131" y="638147"/>
            <a:ext cx="8955157" cy="2308324"/>
          </a:xfrm>
          <a:prstGeom prst="rect">
            <a:avLst/>
          </a:prstGeom>
          <a:solidFill>
            <a:schemeClr val="bg1"/>
          </a:solidFill>
        </p:spPr>
        <p:txBody>
          <a:bodyPr wrap="square" rtlCol="0">
            <a:spAutoFit/>
          </a:bodyPr>
          <a:lstStyle/>
          <a:p>
            <a:r>
              <a:rPr lang="en-US" sz="2400" b="1" dirty="0">
                <a:solidFill>
                  <a:srgbClr val="374151"/>
                </a:solidFill>
                <a:latin typeface="__haffer_14b61f"/>
              </a:rPr>
              <a:t>Parameters</a:t>
            </a:r>
            <a:r>
              <a:rPr lang="en-US" sz="2400" dirty="0">
                <a:solidFill>
                  <a:srgbClr val="374151"/>
                </a:solidFill>
                <a:latin typeface="__haffer_14b61f"/>
              </a:rPr>
              <a:t> are tailored to be instance variables, typically represented as columns within a unit record data file. </a:t>
            </a:r>
          </a:p>
          <a:p>
            <a:endParaRPr lang="en-US" sz="2400" dirty="0">
              <a:solidFill>
                <a:srgbClr val="374151"/>
              </a:solidFill>
              <a:latin typeface="__haffer_14b61f"/>
            </a:endParaRPr>
          </a:p>
          <a:p>
            <a:r>
              <a:rPr lang="en-US" sz="2400" b="1" dirty="0">
                <a:solidFill>
                  <a:srgbClr val="374151"/>
                </a:solidFill>
                <a:latin typeface="__haffer_14b61f"/>
              </a:rPr>
              <a:t>Implementation</a:t>
            </a:r>
            <a:r>
              <a:rPr lang="en-US" sz="2400" dirty="0">
                <a:solidFill>
                  <a:srgbClr val="374151"/>
                </a:solidFill>
                <a:latin typeface="__haffer_14b61f"/>
              </a:rPr>
              <a:t>: Each parameter has an attribute named </a:t>
            </a:r>
            <a:r>
              <a:rPr lang="en-US" sz="2400" b="1" dirty="0" err="1">
                <a:solidFill>
                  <a:srgbClr val="374151"/>
                </a:solidFill>
                <a:latin typeface="__haffer_14b61f"/>
              </a:rPr>
              <a:t>entityBound</a:t>
            </a:r>
            <a:r>
              <a:rPr lang="en-US" sz="2400" dirty="0">
                <a:solidFill>
                  <a:srgbClr val="374151"/>
                </a:solidFill>
                <a:latin typeface="__haffer_14b61f"/>
              </a:rPr>
              <a:t> which contains a URI directing to the variable's display location in the ESS Data Portal (DDI-L).</a:t>
            </a:r>
          </a:p>
        </p:txBody>
      </p:sp>
    </p:spTree>
    <p:extLst>
      <p:ext uri="{BB962C8B-B14F-4D97-AF65-F5344CB8AC3E}">
        <p14:creationId xmlns:p14="http://schemas.microsoft.com/office/powerpoint/2010/main" val="611472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diagram of a class&#10;&#10;Description automatically generated">
            <a:extLst>
              <a:ext uri="{FF2B5EF4-FFF2-40B4-BE49-F238E27FC236}">
                <a16:creationId xmlns:a16="http://schemas.microsoft.com/office/drawing/2014/main" id="{CA53A577-D0B8-7BEE-F9D3-9FF50BD461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8600" y="1792309"/>
            <a:ext cx="6394486" cy="49711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E5768D4-8476-78B6-C77B-D3EC0CE93B5B}"/>
              </a:ext>
            </a:extLst>
          </p:cNvPr>
          <p:cNvSpPr txBox="1"/>
          <p:nvPr/>
        </p:nvSpPr>
        <p:spPr>
          <a:xfrm>
            <a:off x="1618421" y="357809"/>
            <a:ext cx="8955157" cy="2677656"/>
          </a:xfrm>
          <a:prstGeom prst="rect">
            <a:avLst/>
          </a:prstGeom>
          <a:solidFill>
            <a:schemeClr val="bg1"/>
          </a:solidFill>
        </p:spPr>
        <p:txBody>
          <a:bodyPr wrap="square" rtlCol="0">
            <a:spAutoFit/>
          </a:bodyPr>
          <a:lstStyle/>
          <a:p>
            <a:r>
              <a:rPr lang="en-US" sz="2400" dirty="0">
                <a:solidFill>
                  <a:srgbClr val="374151"/>
                </a:solidFill>
                <a:latin typeface="__haffer_14b61f"/>
              </a:rPr>
              <a:t>The </a:t>
            </a:r>
            <a:r>
              <a:rPr lang="en-US" sz="2400" b="1" dirty="0">
                <a:solidFill>
                  <a:srgbClr val="374151"/>
                </a:solidFill>
                <a:latin typeface="__haffer_14b61f"/>
              </a:rPr>
              <a:t>Script</a:t>
            </a:r>
            <a:r>
              <a:rPr lang="en-US" sz="2400" dirty="0">
                <a:solidFill>
                  <a:srgbClr val="374151"/>
                </a:solidFill>
                <a:latin typeface="__haffer_14b61f"/>
              </a:rPr>
              <a:t> attribute within the step holds details about the command used for data processing. This can include a description of the command or a URI linking to an external command script.</a:t>
            </a:r>
          </a:p>
          <a:p>
            <a:endParaRPr lang="en-US" sz="2400" dirty="0">
              <a:solidFill>
                <a:srgbClr val="374151"/>
              </a:solidFill>
              <a:latin typeface="__haffer_14b61f"/>
            </a:endParaRPr>
          </a:p>
          <a:p>
            <a:r>
              <a:rPr lang="en-US" sz="2400" b="1" dirty="0">
                <a:solidFill>
                  <a:srgbClr val="374151"/>
                </a:solidFill>
                <a:latin typeface="__haffer_14b61f"/>
              </a:rPr>
              <a:t>Implementation: </a:t>
            </a:r>
            <a:r>
              <a:rPr lang="en-US" sz="2400" dirty="0">
                <a:solidFill>
                  <a:srgbClr val="374151"/>
                </a:solidFill>
                <a:latin typeface="__haffer_14b61f"/>
              </a:rPr>
              <a:t>the URI leads to a specific Python file in a GitHub repository and pinpoints the exact line where the output parameter is computed.</a:t>
            </a:r>
          </a:p>
        </p:txBody>
      </p:sp>
    </p:spTree>
    <p:extLst>
      <p:ext uri="{BB962C8B-B14F-4D97-AF65-F5344CB8AC3E}">
        <p14:creationId xmlns:p14="http://schemas.microsoft.com/office/powerpoint/2010/main" val="2274937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1;p4">
            <a:extLst>
              <a:ext uri="{FF2B5EF4-FFF2-40B4-BE49-F238E27FC236}">
                <a16:creationId xmlns:a16="http://schemas.microsoft.com/office/drawing/2014/main" id="{A22A4776-F40A-F3E8-E0EB-CE71E0373B9A}"/>
              </a:ext>
            </a:extLst>
          </p:cNvPr>
          <p:cNvSpPr txBox="1">
            <a:spLocks/>
          </p:cNvSpPr>
          <p:nvPr/>
        </p:nvSpPr>
        <p:spPr>
          <a:xfrm>
            <a:off x="1761893" y="914400"/>
            <a:ext cx="9824224" cy="424861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4000" b="1" dirty="0">
                <a:solidFill>
                  <a:schemeClr val="tx1"/>
                </a:solidFill>
                <a:latin typeface="Haffer" pitchFamily="2" charset="77"/>
                <a:ea typeface="+mj-ea"/>
                <a:cs typeface="+mj-cs"/>
              </a:rPr>
              <a:t>How to generate the DDI-CDI metadata?</a:t>
            </a:r>
          </a:p>
        </p:txBody>
      </p:sp>
    </p:spTree>
    <p:extLst>
      <p:ext uri="{BB962C8B-B14F-4D97-AF65-F5344CB8AC3E}">
        <p14:creationId xmlns:p14="http://schemas.microsoft.com/office/powerpoint/2010/main" val="3558725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DEC682-7E8D-332A-38E0-2B06223DD8E0}"/>
              </a:ext>
            </a:extLst>
          </p:cNvPr>
          <p:cNvPicPr>
            <a:picLocks noChangeAspect="1"/>
          </p:cNvPicPr>
          <p:nvPr/>
        </p:nvPicPr>
        <p:blipFill>
          <a:blip r:embed="rId2"/>
          <a:stretch>
            <a:fillRect/>
          </a:stretch>
        </p:blipFill>
        <p:spPr>
          <a:xfrm>
            <a:off x="5015841" y="2203269"/>
            <a:ext cx="5656145" cy="2562212"/>
          </a:xfrm>
          <a:prstGeom prst="rect">
            <a:avLst/>
          </a:prstGeom>
        </p:spPr>
      </p:pic>
      <p:pic>
        <p:nvPicPr>
          <p:cNvPr id="5" name="Picture 4">
            <a:extLst>
              <a:ext uri="{FF2B5EF4-FFF2-40B4-BE49-F238E27FC236}">
                <a16:creationId xmlns:a16="http://schemas.microsoft.com/office/drawing/2014/main" id="{CEBED9F0-9F6C-C49F-0DDD-C51FB7DA037D}"/>
              </a:ext>
            </a:extLst>
          </p:cNvPr>
          <p:cNvPicPr>
            <a:picLocks noChangeAspect="1"/>
          </p:cNvPicPr>
          <p:nvPr/>
        </p:nvPicPr>
        <p:blipFill>
          <a:blip r:embed="rId2"/>
          <a:stretch>
            <a:fillRect/>
          </a:stretch>
        </p:blipFill>
        <p:spPr>
          <a:xfrm>
            <a:off x="5168241" y="2355669"/>
            <a:ext cx="5656145" cy="2562212"/>
          </a:xfrm>
          <a:prstGeom prst="rect">
            <a:avLst/>
          </a:prstGeom>
        </p:spPr>
      </p:pic>
      <p:pic>
        <p:nvPicPr>
          <p:cNvPr id="6" name="Picture 5">
            <a:extLst>
              <a:ext uri="{FF2B5EF4-FFF2-40B4-BE49-F238E27FC236}">
                <a16:creationId xmlns:a16="http://schemas.microsoft.com/office/drawing/2014/main" id="{B13A8F76-0706-A8A3-2519-886D4ABEBE63}"/>
              </a:ext>
            </a:extLst>
          </p:cNvPr>
          <p:cNvPicPr>
            <a:picLocks noChangeAspect="1"/>
          </p:cNvPicPr>
          <p:nvPr/>
        </p:nvPicPr>
        <p:blipFill>
          <a:blip r:embed="rId2"/>
          <a:stretch>
            <a:fillRect/>
          </a:stretch>
        </p:blipFill>
        <p:spPr>
          <a:xfrm>
            <a:off x="5320641" y="2508069"/>
            <a:ext cx="5656145" cy="2562212"/>
          </a:xfrm>
          <a:prstGeom prst="rect">
            <a:avLst/>
          </a:prstGeom>
        </p:spPr>
      </p:pic>
      <p:pic>
        <p:nvPicPr>
          <p:cNvPr id="7" name="Picture 6">
            <a:extLst>
              <a:ext uri="{FF2B5EF4-FFF2-40B4-BE49-F238E27FC236}">
                <a16:creationId xmlns:a16="http://schemas.microsoft.com/office/drawing/2014/main" id="{63EB4BAF-4F62-B7DA-2333-FC411899F064}"/>
              </a:ext>
            </a:extLst>
          </p:cNvPr>
          <p:cNvPicPr>
            <a:picLocks noChangeAspect="1"/>
          </p:cNvPicPr>
          <p:nvPr/>
        </p:nvPicPr>
        <p:blipFill>
          <a:blip r:embed="rId2"/>
          <a:stretch>
            <a:fillRect/>
          </a:stretch>
        </p:blipFill>
        <p:spPr>
          <a:xfrm>
            <a:off x="5473041" y="2660469"/>
            <a:ext cx="5656145" cy="2562212"/>
          </a:xfrm>
          <a:prstGeom prst="rect">
            <a:avLst/>
          </a:prstGeom>
        </p:spPr>
      </p:pic>
      <p:pic>
        <p:nvPicPr>
          <p:cNvPr id="8" name="Picture 7">
            <a:extLst>
              <a:ext uri="{FF2B5EF4-FFF2-40B4-BE49-F238E27FC236}">
                <a16:creationId xmlns:a16="http://schemas.microsoft.com/office/drawing/2014/main" id="{EF023A0A-A448-4CE1-5B85-AED6F627286F}"/>
              </a:ext>
            </a:extLst>
          </p:cNvPr>
          <p:cNvPicPr>
            <a:picLocks noChangeAspect="1"/>
          </p:cNvPicPr>
          <p:nvPr/>
        </p:nvPicPr>
        <p:blipFill>
          <a:blip r:embed="rId2"/>
          <a:stretch>
            <a:fillRect/>
          </a:stretch>
        </p:blipFill>
        <p:spPr>
          <a:xfrm>
            <a:off x="5625441" y="2812869"/>
            <a:ext cx="5656145" cy="2562212"/>
          </a:xfrm>
          <a:prstGeom prst="rect">
            <a:avLst/>
          </a:prstGeom>
        </p:spPr>
      </p:pic>
      <p:pic>
        <p:nvPicPr>
          <p:cNvPr id="9" name="Picture 8">
            <a:extLst>
              <a:ext uri="{FF2B5EF4-FFF2-40B4-BE49-F238E27FC236}">
                <a16:creationId xmlns:a16="http://schemas.microsoft.com/office/drawing/2014/main" id="{B32122C6-82C2-D9B9-B3F1-FDD6736F088F}"/>
              </a:ext>
            </a:extLst>
          </p:cNvPr>
          <p:cNvPicPr>
            <a:picLocks noChangeAspect="1"/>
          </p:cNvPicPr>
          <p:nvPr/>
        </p:nvPicPr>
        <p:blipFill>
          <a:blip r:embed="rId2"/>
          <a:stretch>
            <a:fillRect/>
          </a:stretch>
        </p:blipFill>
        <p:spPr>
          <a:xfrm>
            <a:off x="5777841" y="2965269"/>
            <a:ext cx="5656145" cy="2562212"/>
          </a:xfrm>
          <a:prstGeom prst="rect">
            <a:avLst/>
          </a:prstGeom>
        </p:spPr>
      </p:pic>
      <p:pic>
        <p:nvPicPr>
          <p:cNvPr id="10" name="Picture 9">
            <a:extLst>
              <a:ext uri="{FF2B5EF4-FFF2-40B4-BE49-F238E27FC236}">
                <a16:creationId xmlns:a16="http://schemas.microsoft.com/office/drawing/2014/main" id="{E9026BB4-FBF5-6E64-A58A-15493135A87B}"/>
              </a:ext>
            </a:extLst>
          </p:cNvPr>
          <p:cNvPicPr>
            <a:picLocks noChangeAspect="1"/>
          </p:cNvPicPr>
          <p:nvPr/>
        </p:nvPicPr>
        <p:blipFill>
          <a:blip r:embed="rId2"/>
          <a:stretch>
            <a:fillRect/>
          </a:stretch>
        </p:blipFill>
        <p:spPr>
          <a:xfrm>
            <a:off x="5930241" y="3117669"/>
            <a:ext cx="5656145" cy="2562212"/>
          </a:xfrm>
          <a:prstGeom prst="rect">
            <a:avLst/>
          </a:prstGeom>
        </p:spPr>
      </p:pic>
      <p:pic>
        <p:nvPicPr>
          <p:cNvPr id="11" name="Picture 10">
            <a:extLst>
              <a:ext uri="{FF2B5EF4-FFF2-40B4-BE49-F238E27FC236}">
                <a16:creationId xmlns:a16="http://schemas.microsoft.com/office/drawing/2014/main" id="{A6F3558C-1FA5-094B-4480-7372E7A78C3A}"/>
              </a:ext>
            </a:extLst>
          </p:cNvPr>
          <p:cNvPicPr>
            <a:picLocks noChangeAspect="1"/>
          </p:cNvPicPr>
          <p:nvPr/>
        </p:nvPicPr>
        <p:blipFill>
          <a:blip r:embed="rId2"/>
          <a:stretch>
            <a:fillRect/>
          </a:stretch>
        </p:blipFill>
        <p:spPr>
          <a:xfrm>
            <a:off x="6082641" y="3270069"/>
            <a:ext cx="5656145" cy="2562212"/>
          </a:xfrm>
          <a:prstGeom prst="rect">
            <a:avLst/>
          </a:prstGeom>
        </p:spPr>
      </p:pic>
      <p:pic>
        <p:nvPicPr>
          <p:cNvPr id="12" name="Picture 11">
            <a:extLst>
              <a:ext uri="{FF2B5EF4-FFF2-40B4-BE49-F238E27FC236}">
                <a16:creationId xmlns:a16="http://schemas.microsoft.com/office/drawing/2014/main" id="{AB8AB927-D8AF-E840-51C5-B8331AD988F6}"/>
              </a:ext>
            </a:extLst>
          </p:cNvPr>
          <p:cNvPicPr>
            <a:picLocks noChangeAspect="1"/>
          </p:cNvPicPr>
          <p:nvPr/>
        </p:nvPicPr>
        <p:blipFill>
          <a:blip r:embed="rId2"/>
          <a:stretch>
            <a:fillRect/>
          </a:stretch>
        </p:blipFill>
        <p:spPr>
          <a:xfrm>
            <a:off x="6235041" y="3422469"/>
            <a:ext cx="5656145" cy="2562212"/>
          </a:xfrm>
          <a:prstGeom prst="rect">
            <a:avLst/>
          </a:prstGeom>
        </p:spPr>
      </p:pic>
      <p:pic>
        <p:nvPicPr>
          <p:cNvPr id="13" name="Picture 12">
            <a:extLst>
              <a:ext uri="{FF2B5EF4-FFF2-40B4-BE49-F238E27FC236}">
                <a16:creationId xmlns:a16="http://schemas.microsoft.com/office/drawing/2014/main" id="{60B6CB18-8891-9BC2-F493-AB156CB4FEF7}"/>
              </a:ext>
            </a:extLst>
          </p:cNvPr>
          <p:cNvPicPr>
            <a:picLocks noChangeAspect="1"/>
          </p:cNvPicPr>
          <p:nvPr/>
        </p:nvPicPr>
        <p:blipFill>
          <a:blip r:embed="rId2"/>
          <a:stretch>
            <a:fillRect/>
          </a:stretch>
        </p:blipFill>
        <p:spPr>
          <a:xfrm>
            <a:off x="6387441" y="3574869"/>
            <a:ext cx="5656145" cy="2562212"/>
          </a:xfrm>
          <a:prstGeom prst="rect">
            <a:avLst/>
          </a:prstGeom>
        </p:spPr>
      </p:pic>
      <p:pic>
        <p:nvPicPr>
          <p:cNvPr id="15" name="Picture 14">
            <a:extLst>
              <a:ext uri="{FF2B5EF4-FFF2-40B4-BE49-F238E27FC236}">
                <a16:creationId xmlns:a16="http://schemas.microsoft.com/office/drawing/2014/main" id="{E892F118-7D1F-BF69-AD2D-FA3BBE3BB380}"/>
              </a:ext>
            </a:extLst>
          </p:cNvPr>
          <p:cNvPicPr>
            <a:picLocks noChangeAspect="1"/>
          </p:cNvPicPr>
          <p:nvPr/>
        </p:nvPicPr>
        <p:blipFill>
          <a:blip r:embed="rId3"/>
          <a:stretch>
            <a:fillRect/>
          </a:stretch>
        </p:blipFill>
        <p:spPr>
          <a:xfrm>
            <a:off x="148414" y="1765106"/>
            <a:ext cx="4248150" cy="3762375"/>
          </a:xfrm>
          <a:prstGeom prst="rect">
            <a:avLst/>
          </a:prstGeom>
        </p:spPr>
      </p:pic>
      <p:sp>
        <p:nvSpPr>
          <p:cNvPr id="17" name="TextBox 16">
            <a:extLst>
              <a:ext uri="{FF2B5EF4-FFF2-40B4-BE49-F238E27FC236}">
                <a16:creationId xmlns:a16="http://schemas.microsoft.com/office/drawing/2014/main" id="{9CC82B1A-F1C1-D4D1-519F-9173D098BB2B}"/>
              </a:ext>
            </a:extLst>
          </p:cNvPr>
          <p:cNvSpPr txBox="1"/>
          <p:nvPr/>
        </p:nvSpPr>
        <p:spPr>
          <a:xfrm>
            <a:off x="545612" y="318556"/>
            <a:ext cx="11683657" cy="1446550"/>
          </a:xfrm>
          <a:prstGeom prst="rect">
            <a:avLst/>
          </a:prstGeom>
          <a:noFill/>
        </p:spPr>
        <p:txBody>
          <a:bodyPr wrap="square" rtlCol="0">
            <a:spAutoFit/>
          </a:bodyPr>
          <a:lstStyle/>
          <a:p>
            <a:r>
              <a:rPr lang="en-US" sz="4400" b="0" i="0" dirty="0">
                <a:solidFill>
                  <a:srgbClr val="374151"/>
                </a:solidFill>
                <a:effectLst/>
                <a:latin typeface="__haffer_14b61f"/>
              </a:rPr>
              <a:t>For each class of the subset, we have created a dedicated table</a:t>
            </a:r>
          </a:p>
        </p:txBody>
      </p:sp>
    </p:spTree>
    <p:extLst>
      <p:ext uri="{BB962C8B-B14F-4D97-AF65-F5344CB8AC3E}">
        <p14:creationId xmlns:p14="http://schemas.microsoft.com/office/powerpoint/2010/main" val="2152105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098F10-2D29-EDB0-B059-3C3AEADCBEEE}"/>
              </a:ext>
            </a:extLst>
          </p:cNvPr>
          <p:cNvPicPr>
            <a:picLocks noChangeAspect="1"/>
          </p:cNvPicPr>
          <p:nvPr/>
        </p:nvPicPr>
        <p:blipFill>
          <a:blip r:embed="rId3"/>
          <a:stretch>
            <a:fillRect/>
          </a:stretch>
        </p:blipFill>
        <p:spPr>
          <a:xfrm>
            <a:off x="314633" y="1527408"/>
            <a:ext cx="5656145" cy="2562212"/>
          </a:xfrm>
          <a:prstGeom prst="rect">
            <a:avLst/>
          </a:prstGeom>
        </p:spPr>
      </p:pic>
      <p:pic>
        <p:nvPicPr>
          <p:cNvPr id="2" name="Picture 1">
            <a:extLst>
              <a:ext uri="{FF2B5EF4-FFF2-40B4-BE49-F238E27FC236}">
                <a16:creationId xmlns:a16="http://schemas.microsoft.com/office/drawing/2014/main" id="{840271ED-CF75-D6E8-CB76-903C173D9B85}"/>
              </a:ext>
            </a:extLst>
          </p:cNvPr>
          <p:cNvPicPr>
            <a:picLocks noChangeAspect="1"/>
          </p:cNvPicPr>
          <p:nvPr/>
        </p:nvPicPr>
        <p:blipFill>
          <a:blip r:embed="rId3"/>
          <a:stretch>
            <a:fillRect/>
          </a:stretch>
        </p:blipFill>
        <p:spPr>
          <a:xfrm>
            <a:off x="467033" y="1679808"/>
            <a:ext cx="5656145" cy="2562212"/>
          </a:xfrm>
          <a:prstGeom prst="rect">
            <a:avLst/>
          </a:prstGeom>
        </p:spPr>
      </p:pic>
      <p:pic>
        <p:nvPicPr>
          <p:cNvPr id="5" name="Picture 4">
            <a:extLst>
              <a:ext uri="{FF2B5EF4-FFF2-40B4-BE49-F238E27FC236}">
                <a16:creationId xmlns:a16="http://schemas.microsoft.com/office/drawing/2014/main" id="{9DEB7101-94D5-AC36-BD42-24CBF6A23307}"/>
              </a:ext>
            </a:extLst>
          </p:cNvPr>
          <p:cNvPicPr>
            <a:picLocks noChangeAspect="1"/>
          </p:cNvPicPr>
          <p:nvPr/>
        </p:nvPicPr>
        <p:blipFill>
          <a:blip r:embed="rId3"/>
          <a:stretch>
            <a:fillRect/>
          </a:stretch>
        </p:blipFill>
        <p:spPr>
          <a:xfrm>
            <a:off x="619433" y="1832208"/>
            <a:ext cx="5656145" cy="2562212"/>
          </a:xfrm>
          <a:prstGeom prst="rect">
            <a:avLst/>
          </a:prstGeom>
        </p:spPr>
      </p:pic>
      <p:pic>
        <p:nvPicPr>
          <p:cNvPr id="6" name="Picture 5">
            <a:extLst>
              <a:ext uri="{FF2B5EF4-FFF2-40B4-BE49-F238E27FC236}">
                <a16:creationId xmlns:a16="http://schemas.microsoft.com/office/drawing/2014/main" id="{52963F39-82C8-8C1E-D21A-67C33C5D74F4}"/>
              </a:ext>
            </a:extLst>
          </p:cNvPr>
          <p:cNvPicPr>
            <a:picLocks noChangeAspect="1"/>
          </p:cNvPicPr>
          <p:nvPr/>
        </p:nvPicPr>
        <p:blipFill>
          <a:blip r:embed="rId3"/>
          <a:stretch>
            <a:fillRect/>
          </a:stretch>
        </p:blipFill>
        <p:spPr>
          <a:xfrm>
            <a:off x="771833" y="1984608"/>
            <a:ext cx="5656145" cy="2562212"/>
          </a:xfrm>
          <a:prstGeom prst="rect">
            <a:avLst/>
          </a:prstGeom>
        </p:spPr>
      </p:pic>
      <p:pic>
        <p:nvPicPr>
          <p:cNvPr id="7" name="Picture 6">
            <a:extLst>
              <a:ext uri="{FF2B5EF4-FFF2-40B4-BE49-F238E27FC236}">
                <a16:creationId xmlns:a16="http://schemas.microsoft.com/office/drawing/2014/main" id="{F5E1236D-A7B4-B8DE-77D6-FB1C40C7691A}"/>
              </a:ext>
            </a:extLst>
          </p:cNvPr>
          <p:cNvPicPr>
            <a:picLocks noChangeAspect="1"/>
          </p:cNvPicPr>
          <p:nvPr/>
        </p:nvPicPr>
        <p:blipFill>
          <a:blip r:embed="rId3"/>
          <a:stretch>
            <a:fillRect/>
          </a:stretch>
        </p:blipFill>
        <p:spPr>
          <a:xfrm>
            <a:off x="924233" y="2137008"/>
            <a:ext cx="5656145" cy="2562212"/>
          </a:xfrm>
          <a:prstGeom prst="rect">
            <a:avLst/>
          </a:prstGeom>
        </p:spPr>
      </p:pic>
      <p:pic>
        <p:nvPicPr>
          <p:cNvPr id="8" name="Picture 7">
            <a:extLst>
              <a:ext uri="{FF2B5EF4-FFF2-40B4-BE49-F238E27FC236}">
                <a16:creationId xmlns:a16="http://schemas.microsoft.com/office/drawing/2014/main" id="{E21817CB-90BF-093D-D2A7-D889913C9737}"/>
              </a:ext>
            </a:extLst>
          </p:cNvPr>
          <p:cNvPicPr>
            <a:picLocks noChangeAspect="1"/>
          </p:cNvPicPr>
          <p:nvPr/>
        </p:nvPicPr>
        <p:blipFill>
          <a:blip r:embed="rId3"/>
          <a:stretch>
            <a:fillRect/>
          </a:stretch>
        </p:blipFill>
        <p:spPr>
          <a:xfrm>
            <a:off x="1076633" y="2289408"/>
            <a:ext cx="5656145" cy="2562212"/>
          </a:xfrm>
          <a:prstGeom prst="rect">
            <a:avLst/>
          </a:prstGeom>
        </p:spPr>
      </p:pic>
      <p:pic>
        <p:nvPicPr>
          <p:cNvPr id="9" name="Picture 8">
            <a:extLst>
              <a:ext uri="{FF2B5EF4-FFF2-40B4-BE49-F238E27FC236}">
                <a16:creationId xmlns:a16="http://schemas.microsoft.com/office/drawing/2014/main" id="{C7C986D9-60E6-9B96-1EC8-6A361D50AAF8}"/>
              </a:ext>
            </a:extLst>
          </p:cNvPr>
          <p:cNvPicPr>
            <a:picLocks noChangeAspect="1"/>
          </p:cNvPicPr>
          <p:nvPr/>
        </p:nvPicPr>
        <p:blipFill>
          <a:blip r:embed="rId3"/>
          <a:stretch>
            <a:fillRect/>
          </a:stretch>
        </p:blipFill>
        <p:spPr>
          <a:xfrm>
            <a:off x="1229033" y="2441808"/>
            <a:ext cx="5656145" cy="2562212"/>
          </a:xfrm>
          <a:prstGeom prst="rect">
            <a:avLst/>
          </a:prstGeom>
        </p:spPr>
      </p:pic>
      <p:pic>
        <p:nvPicPr>
          <p:cNvPr id="10" name="Picture 9">
            <a:extLst>
              <a:ext uri="{FF2B5EF4-FFF2-40B4-BE49-F238E27FC236}">
                <a16:creationId xmlns:a16="http://schemas.microsoft.com/office/drawing/2014/main" id="{78EC40C0-08C3-B73E-8F02-5DEB7689184B}"/>
              </a:ext>
            </a:extLst>
          </p:cNvPr>
          <p:cNvPicPr>
            <a:picLocks noChangeAspect="1"/>
          </p:cNvPicPr>
          <p:nvPr/>
        </p:nvPicPr>
        <p:blipFill>
          <a:blip r:embed="rId3"/>
          <a:stretch>
            <a:fillRect/>
          </a:stretch>
        </p:blipFill>
        <p:spPr>
          <a:xfrm>
            <a:off x="1381433" y="2594208"/>
            <a:ext cx="5656145" cy="2562212"/>
          </a:xfrm>
          <a:prstGeom prst="rect">
            <a:avLst/>
          </a:prstGeom>
        </p:spPr>
      </p:pic>
      <p:pic>
        <p:nvPicPr>
          <p:cNvPr id="11" name="Picture 10">
            <a:extLst>
              <a:ext uri="{FF2B5EF4-FFF2-40B4-BE49-F238E27FC236}">
                <a16:creationId xmlns:a16="http://schemas.microsoft.com/office/drawing/2014/main" id="{818E8F94-3D04-1368-E4BE-9B6D9DFCB2C2}"/>
              </a:ext>
            </a:extLst>
          </p:cNvPr>
          <p:cNvPicPr>
            <a:picLocks noChangeAspect="1"/>
          </p:cNvPicPr>
          <p:nvPr/>
        </p:nvPicPr>
        <p:blipFill>
          <a:blip r:embed="rId3"/>
          <a:stretch>
            <a:fillRect/>
          </a:stretch>
        </p:blipFill>
        <p:spPr>
          <a:xfrm>
            <a:off x="1533833" y="2746608"/>
            <a:ext cx="5656145" cy="2562212"/>
          </a:xfrm>
          <a:prstGeom prst="rect">
            <a:avLst/>
          </a:prstGeom>
        </p:spPr>
      </p:pic>
      <p:pic>
        <p:nvPicPr>
          <p:cNvPr id="12" name="Picture 11">
            <a:extLst>
              <a:ext uri="{FF2B5EF4-FFF2-40B4-BE49-F238E27FC236}">
                <a16:creationId xmlns:a16="http://schemas.microsoft.com/office/drawing/2014/main" id="{DE2D4A79-82D3-F890-AEA8-1F36D4142B6B}"/>
              </a:ext>
            </a:extLst>
          </p:cNvPr>
          <p:cNvPicPr>
            <a:picLocks noChangeAspect="1"/>
          </p:cNvPicPr>
          <p:nvPr/>
        </p:nvPicPr>
        <p:blipFill>
          <a:blip r:embed="rId3"/>
          <a:stretch>
            <a:fillRect/>
          </a:stretch>
        </p:blipFill>
        <p:spPr>
          <a:xfrm>
            <a:off x="1686233" y="2899008"/>
            <a:ext cx="5656145" cy="2562212"/>
          </a:xfrm>
          <a:prstGeom prst="rect">
            <a:avLst/>
          </a:prstGeom>
        </p:spPr>
      </p:pic>
      <p:pic>
        <p:nvPicPr>
          <p:cNvPr id="13" name="Picture 2">
            <a:extLst>
              <a:ext uri="{FF2B5EF4-FFF2-40B4-BE49-F238E27FC236}">
                <a16:creationId xmlns:a16="http://schemas.microsoft.com/office/drawing/2014/main" id="{6722C5AE-2670-0EDB-753F-A68BC99F88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37506" y="3149070"/>
            <a:ext cx="2969103" cy="794987"/>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E98E4334-D75C-D2B0-379B-399A41956C9D}"/>
              </a:ext>
            </a:extLst>
          </p:cNvPr>
          <p:cNvSpPr txBox="1"/>
          <p:nvPr/>
        </p:nvSpPr>
        <p:spPr>
          <a:xfrm>
            <a:off x="10916714" y="3546563"/>
            <a:ext cx="960652" cy="461665"/>
          </a:xfrm>
          <a:prstGeom prst="rect">
            <a:avLst/>
          </a:prstGeom>
          <a:noFill/>
        </p:spPr>
        <p:txBody>
          <a:bodyPr wrap="square" rtlCol="0">
            <a:spAutoFit/>
          </a:bodyPr>
          <a:lstStyle/>
          <a:p>
            <a:r>
              <a:rPr lang="nb-NO" sz="2400" dirty="0"/>
              <a:t>XML</a:t>
            </a:r>
          </a:p>
        </p:txBody>
      </p:sp>
      <p:sp>
        <p:nvSpPr>
          <p:cNvPr id="18" name="Arrow: Right 17">
            <a:extLst>
              <a:ext uri="{FF2B5EF4-FFF2-40B4-BE49-F238E27FC236}">
                <a16:creationId xmlns:a16="http://schemas.microsoft.com/office/drawing/2014/main" id="{68DA72BD-8232-451F-255B-E53622AE69DC}"/>
              </a:ext>
            </a:extLst>
          </p:cNvPr>
          <p:cNvSpPr/>
          <p:nvPr/>
        </p:nvSpPr>
        <p:spPr>
          <a:xfrm>
            <a:off x="7664519" y="3272861"/>
            <a:ext cx="1243744" cy="9410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dirty="0"/>
              <a:t>Python</a:t>
            </a:r>
          </a:p>
        </p:txBody>
      </p:sp>
      <p:sp>
        <p:nvSpPr>
          <p:cNvPr id="19" name="TextBox 18">
            <a:extLst>
              <a:ext uri="{FF2B5EF4-FFF2-40B4-BE49-F238E27FC236}">
                <a16:creationId xmlns:a16="http://schemas.microsoft.com/office/drawing/2014/main" id="{3E8EB9BB-C78A-B917-6977-2339FB09A22D}"/>
              </a:ext>
            </a:extLst>
          </p:cNvPr>
          <p:cNvSpPr txBox="1"/>
          <p:nvPr/>
        </p:nvSpPr>
        <p:spPr>
          <a:xfrm>
            <a:off x="7189978" y="334951"/>
            <a:ext cx="5069031" cy="2123658"/>
          </a:xfrm>
          <a:prstGeom prst="rect">
            <a:avLst/>
          </a:prstGeom>
          <a:noFill/>
        </p:spPr>
        <p:txBody>
          <a:bodyPr wrap="square" rtlCol="0">
            <a:spAutoFit/>
          </a:bodyPr>
          <a:lstStyle/>
          <a:p>
            <a:r>
              <a:rPr lang="en-US" sz="4400" b="0" i="0" dirty="0">
                <a:solidFill>
                  <a:srgbClr val="374151"/>
                </a:solidFill>
                <a:effectLst/>
                <a:latin typeface="__haffer_14b61f"/>
              </a:rPr>
              <a:t>Each table was then converted into CDI-XML using Python</a:t>
            </a:r>
            <a:endParaRPr lang="nb-NO" sz="4400" dirty="0">
              <a:latin typeface="Haffer" pitchFamily="2" charset="77"/>
              <a:ea typeface="+mj-ea"/>
            </a:endParaRPr>
          </a:p>
        </p:txBody>
      </p:sp>
    </p:spTree>
    <p:extLst>
      <p:ext uri="{BB962C8B-B14F-4D97-AF65-F5344CB8AC3E}">
        <p14:creationId xmlns:p14="http://schemas.microsoft.com/office/powerpoint/2010/main" val="18997706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A645DC-CADF-DFA8-AA28-E82CFD5AB828}"/>
              </a:ext>
            </a:extLst>
          </p:cNvPr>
          <p:cNvPicPr>
            <a:picLocks noChangeAspect="1"/>
          </p:cNvPicPr>
          <p:nvPr/>
        </p:nvPicPr>
        <p:blipFill>
          <a:blip r:embed="rId2"/>
          <a:stretch>
            <a:fillRect/>
          </a:stretch>
        </p:blipFill>
        <p:spPr>
          <a:xfrm>
            <a:off x="216309" y="634273"/>
            <a:ext cx="11759381" cy="4999610"/>
          </a:xfrm>
          <a:prstGeom prst="rect">
            <a:avLst/>
          </a:prstGeom>
        </p:spPr>
      </p:pic>
    </p:spTree>
    <p:extLst>
      <p:ext uri="{BB962C8B-B14F-4D97-AF65-F5344CB8AC3E}">
        <p14:creationId xmlns:p14="http://schemas.microsoft.com/office/powerpoint/2010/main" val="2966166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560D7-9E3A-29A1-BDE2-13C43E176B1A}"/>
              </a:ext>
            </a:extLst>
          </p:cNvPr>
          <p:cNvSpPr>
            <a:spLocks noGrp="1"/>
          </p:cNvSpPr>
          <p:nvPr>
            <p:ph type="title"/>
          </p:nvPr>
        </p:nvSpPr>
        <p:spPr/>
        <p:txBody>
          <a:bodyPr/>
          <a:lstStyle/>
          <a:p>
            <a:r>
              <a:rPr lang="nb-NO" dirty="0"/>
              <a:t>Tour </a:t>
            </a:r>
            <a:r>
              <a:rPr lang="nb-NO" dirty="0" err="1"/>
              <a:t>of</a:t>
            </a:r>
            <a:r>
              <a:rPr lang="nb-NO" dirty="0"/>
              <a:t> </a:t>
            </a:r>
            <a:r>
              <a:rPr lang="nb-NO" dirty="0" err="1"/>
              <a:t>the</a:t>
            </a:r>
            <a:r>
              <a:rPr lang="nb-NO" dirty="0"/>
              <a:t> </a:t>
            </a:r>
            <a:r>
              <a:rPr lang="nb-NO" dirty="0" err="1"/>
              <a:t>tool</a:t>
            </a:r>
            <a:br>
              <a:rPr lang="nb-NO" dirty="0"/>
            </a:br>
            <a:r>
              <a:rPr lang="nb-NO" u="sng" dirty="0">
                <a:solidFill>
                  <a:schemeClr val="accent6">
                    <a:lumMod val="75000"/>
                  </a:schemeClr>
                </a:solidFill>
                <a:hlinkClick r:id="rId2">
                  <a:extLst>
                    <a:ext uri="{A12FA001-AC4F-418D-AE19-62706E023703}">
                      <ahyp:hlinkClr xmlns:ahyp="http://schemas.microsoft.com/office/drawing/2018/hyperlinkcolor" val="tx"/>
                    </a:ext>
                  </a:extLst>
                </a:hlinkClick>
              </a:rPr>
              <a:t>https://eosc-provenance.sikt.no/#</a:t>
            </a:r>
            <a:endParaRPr lang="nb-NO" u="sng" dirty="0">
              <a:solidFill>
                <a:schemeClr val="accent6">
                  <a:lumMod val="75000"/>
                </a:schemeClr>
              </a:solidFill>
            </a:endParaRPr>
          </a:p>
        </p:txBody>
      </p:sp>
    </p:spTree>
    <p:extLst>
      <p:ext uri="{BB962C8B-B14F-4D97-AF65-F5344CB8AC3E}">
        <p14:creationId xmlns:p14="http://schemas.microsoft.com/office/powerpoint/2010/main" val="4141948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dirty="0" err="1"/>
              <a:t>Accreditation</a:t>
            </a:r>
            <a:endParaRPr lang="nb-NO" dirty="0"/>
          </a:p>
        </p:txBody>
      </p:sp>
      <p:sp>
        <p:nvSpPr>
          <p:cNvPr id="3" name="Plassholder for innhold 2"/>
          <p:cNvSpPr>
            <a:spLocks noGrp="1"/>
          </p:cNvSpPr>
          <p:nvPr>
            <p:ph idx="1"/>
          </p:nvPr>
        </p:nvSpPr>
        <p:spPr>
          <a:xfrm>
            <a:off x="1631504" y="1600200"/>
            <a:ext cx="8928992" cy="4997152"/>
          </a:xfrm>
        </p:spPr>
        <p:txBody>
          <a:bodyPr vert="horz" lIns="91440" tIns="45720" rIns="91440" bIns="45720" rtlCol="0" anchor="t">
            <a:normAutofit/>
          </a:bodyPr>
          <a:lstStyle/>
          <a:p>
            <a:pPr marL="0" indent="0">
              <a:buNone/>
            </a:pPr>
            <a:r>
              <a:rPr lang="en-US" sz="2500" dirty="0">
                <a:ea typeface="Arial"/>
                <a:cs typeface="Arial"/>
                <a:sym typeface="Arial"/>
              </a:rPr>
              <a:t>The following sections are authored by the Hilde Orten, based on materials developed under the EOSC Science Project 9. </a:t>
            </a:r>
          </a:p>
          <a:p>
            <a:pPr marL="0" indent="0">
              <a:buNone/>
            </a:pPr>
            <a:endParaRPr lang="en-US" sz="2500" dirty="0">
              <a:ea typeface="Arial"/>
              <a:cs typeface="Arial"/>
            </a:endParaRPr>
          </a:p>
          <a:p>
            <a:pPr lvl="1">
              <a:buFont typeface="Arial" panose="020B0604020202020204" pitchFamily="34" charset="0"/>
              <a:buChar char="•"/>
            </a:pPr>
            <a:r>
              <a:rPr lang="en-US" sz="2500" dirty="0">
                <a:ea typeface="Arial"/>
                <a:cs typeface="Arial"/>
                <a:sym typeface="Arial"/>
              </a:rPr>
              <a:t>Slide 2</a:t>
            </a:r>
            <a:r>
              <a:rPr lang="en-US" sz="2500">
                <a:ea typeface="Arial"/>
                <a:cs typeface="Arial"/>
                <a:sym typeface="Arial"/>
              </a:rPr>
              <a:t>, 3, 5</a:t>
            </a:r>
            <a:endParaRPr lang="en-US" sz="2500" dirty="0">
              <a:latin typeface="Calibri"/>
              <a:ea typeface="Arial"/>
              <a:cs typeface="Arial"/>
              <a:sym typeface="Arial"/>
            </a:endParaRPr>
          </a:p>
          <a:p>
            <a:pPr marL="457200" lvl="1" indent="0">
              <a:buNone/>
            </a:pPr>
            <a:endParaRPr lang="en-US" sz="2500" dirty="0">
              <a:latin typeface="Calibri"/>
              <a:ea typeface="Arial"/>
              <a:cs typeface="Arial"/>
              <a:sym typeface="Arial"/>
            </a:endParaRPr>
          </a:p>
          <a:p>
            <a:pPr marL="457200" lvl="1" indent="0">
              <a:buNone/>
            </a:pPr>
            <a:endParaRPr lang="en-US" sz="2500" dirty="0">
              <a:latin typeface="Calibri"/>
              <a:ea typeface="Arial"/>
              <a:cs typeface="Arial"/>
              <a:sym typeface="Arial"/>
            </a:endParaRPr>
          </a:p>
          <a:p>
            <a:pPr marL="457200" lvl="1" indent="0">
              <a:buNone/>
            </a:pPr>
            <a:r>
              <a:rPr lang="en-US" sz="2500" dirty="0">
                <a:latin typeface="Calibri"/>
                <a:ea typeface="Arial"/>
                <a:cs typeface="Calibri"/>
              </a:rPr>
              <a:t>The content has been adapted for the purpose of this presentation</a:t>
            </a:r>
            <a:endParaRPr lang="en-US" sz="2500" dirty="0">
              <a:latin typeface="Calibri"/>
              <a:ea typeface="Arial"/>
              <a:cs typeface="Arial"/>
            </a:endParaRPr>
          </a:p>
          <a:p>
            <a:pPr marL="457200" lvl="1" indent="0">
              <a:buNone/>
            </a:pPr>
            <a:endParaRPr lang="en-US" sz="2200" dirty="0">
              <a:latin typeface="Arial"/>
              <a:cs typeface="Arial"/>
            </a:endParaRPr>
          </a:p>
          <a:p>
            <a:pPr marL="57150" indent="0">
              <a:buNone/>
            </a:pPr>
            <a:endParaRPr lang="en-US" sz="2500" dirty="0">
              <a:cs typeface="Calibri"/>
            </a:endParaRPr>
          </a:p>
          <a:p>
            <a:endParaRPr lang="nb-NO" sz="2500" dirty="0">
              <a:cs typeface="Calibri"/>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nb-NO"/>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9039DE4-B067-4327-953B-E909CE3B0AAC}" type="slidenum">
              <a:rPr lang="nb-NO" smtClean="0"/>
              <a:pPr/>
              <a:t>31</a:t>
            </a:fld>
            <a:endParaRPr lang="nb-NO"/>
          </a:p>
        </p:txBody>
      </p:sp>
    </p:spTree>
    <p:extLst>
      <p:ext uri="{BB962C8B-B14F-4D97-AF65-F5344CB8AC3E}">
        <p14:creationId xmlns:p14="http://schemas.microsoft.com/office/powerpoint/2010/main" val="4202306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140E3-AD2C-B2CF-59B9-59F449C966F9}"/>
              </a:ext>
            </a:extLst>
          </p:cNvPr>
          <p:cNvSpPr>
            <a:spLocks noGrp="1"/>
          </p:cNvSpPr>
          <p:nvPr>
            <p:ph type="title"/>
          </p:nvPr>
        </p:nvSpPr>
        <p:spPr>
          <a:xfrm>
            <a:off x="763024" y="1050977"/>
            <a:ext cx="10515600" cy="2852737"/>
          </a:xfrm>
        </p:spPr>
        <p:txBody>
          <a:bodyPr/>
          <a:lstStyle/>
          <a:p>
            <a:r>
              <a:rPr lang="nb-NO" dirty="0" err="1"/>
              <a:t>Thank</a:t>
            </a:r>
            <a:r>
              <a:rPr lang="nb-NO" dirty="0"/>
              <a:t> </a:t>
            </a:r>
            <a:r>
              <a:rPr lang="nb-NO" dirty="0" err="1"/>
              <a:t>you</a:t>
            </a:r>
            <a:r>
              <a:rPr lang="nb-NO" dirty="0"/>
              <a:t>!</a:t>
            </a:r>
          </a:p>
        </p:txBody>
      </p:sp>
      <p:sp>
        <p:nvSpPr>
          <p:cNvPr id="3" name="Text Placeholder 2">
            <a:extLst>
              <a:ext uri="{FF2B5EF4-FFF2-40B4-BE49-F238E27FC236}">
                <a16:creationId xmlns:a16="http://schemas.microsoft.com/office/drawing/2014/main" id="{112F3D9D-BC17-8A6C-4BCD-D974F465E10E}"/>
              </a:ext>
            </a:extLst>
          </p:cNvPr>
          <p:cNvSpPr>
            <a:spLocks noGrp="1"/>
          </p:cNvSpPr>
          <p:nvPr>
            <p:ph type="body" idx="1"/>
          </p:nvPr>
        </p:nvSpPr>
        <p:spPr>
          <a:xfrm>
            <a:off x="763024" y="4107683"/>
            <a:ext cx="10515600" cy="1500187"/>
          </a:xfrm>
        </p:spPr>
        <p:txBody>
          <a:bodyPr>
            <a:normAutofit fontScale="92500" lnSpcReduction="20000"/>
          </a:bodyPr>
          <a:lstStyle/>
          <a:p>
            <a:r>
              <a:rPr lang="nb-NO" dirty="0"/>
              <a:t>https://eosc-provenance.sikt.no/#</a:t>
            </a:r>
          </a:p>
          <a:p>
            <a:r>
              <a:rPr lang="nb-NO" dirty="0"/>
              <a:t>https://ess.sikt.no                                            </a:t>
            </a:r>
          </a:p>
          <a:p>
            <a:r>
              <a:rPr lang="nb-NO" dirty="0"/>
              <a:t>benjamin.beuster@sikt.no</a:t>
            </a:r>
          </a:p>
          <a:p>
            <a:r>
              <a:rPr lang="nb-NO" dirty="0"/>
              <a:t>joachim.wackerow@posteo.de</a:t>
            </a:r>
          </a:p>
        </p:txBody>
      </p:sp>
    </p:spTree>
    <p:extLst>
      <p:ext uri="{BB962C8B-B14F-4D97-AF65-F5344CB8AC3E}">
        <p14:creationId xmlns:p14="http://schemas.microsoft.com/office/powerpoint/2010/main" val="1578042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79926D-2A1A-CCAC-9990-FB83BC4CF0E9}"/>
              </a:ext>
            </a:extLst>
          </p:cNvPr>
          <p:cNvPicPr>
            <a:picLocks noChangeAspect="1"/>
          </p:cNvPicPr>
          <p:nvPr/>
        </p:nvPicPr>
        <p:blipFill>
          <a:blip r:embed="rId2"/>
          <a:stretch>
            <a:fillRect/>
          </a:stretch>
        </p:blipFill>
        <p:spPr>
          <a:xfrm>
            <a:off x="303433" y="119270"/>
            <a:ext cx="10448711" cy="6054550"/>
          </a:xfrm>
          <a:prstGeom prst="rect">
            <a:avLst/>
          </a:prstGeom>
        </p:spPr>
      </p:pic>
    </p:spTree>
    <p:extLst>
      <p:ext uri="{BB962C8B-B14F-4D97-AF65-F5344CB8AC3E}">
        <p14:creationId xmlns:p14="http://schemas.microsoft.com/office/powerpoint/2010/main" val="576202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1EC603-14B7-9A6C-7C36-434BD6B8F5D2}"/>
              </a:ext>
            </a:extLst>
          </p:cNvPr>
          <p:cNvPicPr>
            <a:picLocks noChangeAspect="1"/>
          </p:cNvPicPr>
          <p:nvPr/>
        </p:nvPicPr>
        <p:blipFill>
          <a:blip r:embed="rId2"/>
          <a:stretch>
            <a:fillRect/>
          </a:stretch>
        </p:blipFill>
        <p:spPr>
          <a:xfrm>
            <a:off x="576469" y="942784"/>
            <a:ext cx="10790583" cy="4389584"/>
          </a:xfrm>
          <a:prstGeom prst="rect">
            <a:avLst/>
          </a:prstGeom>
        </p:spPr>
      </p:pic>
    </p:spTree>
    <p:extLst>
      <p:ext uri="{BB962C8B-B14F-4D97-AF65-F5344CB8AC3E}">
        <p14:creationId xmlns:p14="http://schemas.microsoft.com/office/powerpoint/2010/main" val="125530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94E9CB-2305-DD42-BC40-3BD94566EAD3}"/>
              </a:ext>
            </a:extLst>
          </p:cNvPr>
          <p:cNvPicPr>
            <a:picLocks noChangeAspect="1"/>
          </p:cNvPicPr>
          <p:nvPr/>
        </p:nvPicPr>
        <p:blipFill>
          <a:blip r:embed="rId2"/>
          <a:stretch>
            <a:fillRect/>
          </a:stretch>
        </p:blipFill>
        <p:spPr>
          <a:xfrm>
            <a:off x="1401417" y="177963"/>
            <a:ext cx="9717825" cy="6113505"/>
          </a:xfrm>
          <a:prstGeom prst="rect">
            <a:avLst/>
          </a:prstGeom>
        </p:spPr>
      </p:pic>
    </p:spTree>
    <p:extLst>
      <p:ext uri="{BB962C8B-B14F-4D97-AF65-F5344CB8AC3E}">
        <p14:creationId xmlns:p14="http://schemas.microsoft.com/office/powerpoint/2010/main" val="3849103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0E9B0B-89C6-7D46-102F-7D1206867643}"/>
              </a:ext>
            </a:extLst>
          </p:cNvPr>
          <p:cNvPicPr>
            <a:picLocks noChangeAspect="1"/>
          </p:cNvPicPr>
          <p:nvPr/>
        </p:nvPicPr>
        <p:blipFill>
          <a:blip r:embed="rId2"/>
          <a:stretch>
            <a:fillRect/>
          </a:stretch>
        </p:blipFill>
        <p:spPr>
          <a:xfrm>
            <a:off x="447260" y="542031"/>
            <a:ext cx="11585713" cy="5773938"/>
          </a:xfrm>
          <a:prstGeom prst="rect">
            <a:avLst/>
          </a:prstGeom>
        </p:spPr>
      </p:pic>
    </p:spTree>
    <p:extLst>
      <p:ext uri="{BB962C8B-B14F-4D97-AF65-F5344CB8AC3E}">
        <p14:creationId xmlns:p14="http://schemas.microsoft.com/office/powerpoint/2010/main" val="396665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46A109-60A0-40FA-B5C7-FEF6EB866650}"/>
              </a:ext>
            </a:extLst>
          </p:cNvPr>
          <p:cNvPicPr>
            <a:picLocks noChangeAspect="1"/>
          </p:cNvPicPr>
          <p:nvPr/>
        </p:nvPicPr>
        <p:blipFill>
          <a:blip r:embed="rId2"/>
          <a:stretch>
            <a:fillRect/>
          </a:stretch>
        </p:blipFill>
        <p:spPr>
          <a:xfrm>
            <a:off x="665922" y="215881"/>
            <a:ext cx="11049000" cy="6036960"/>
          </a:xfrm>
          <a:prstGeom prst="rect">
            <a:avLst/>
          </a:prstGeom>
        </p:spPr>
      </p:pic>
    </p:spTree>
    <p:extLst>
      <p:ext uri="{BB962C8B-B14F-4D97-AF65-F5344CB8AC3E}">
        <p14:creationId xmlns:p14="http://schemas.microsoft.com/office/powerpoint/2010/main" val="3090246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9F24BE-B29E-EAD1-920E-54D2EF30965F}"/>
              </a:ext>
            </a:extLst>
          </p:cNvPr>
          <p:cNvPicPr>
            <a:picLocks noChangeAspect="1"/>
          </p:cNvPicPr>
          <p:nvPr/>
        </p:nvPicPr>
        <p:blipFill>
          <a:blip r:embed="rId2"/>
          <a:stretch>
            <a:fillRect/>
          </a:stretch>
        </p:blipFill>
        <p:spPr>
          <a:xfrm>
            <a:off x="226141" y="843501"/>
            <a:ext cx="11533239" cy="2939846"/>
          </a:xfrm>
          <a:prstGeom prst="rect">
            <a:avLst/>
          </a:prstGeom>
        </p:spPr>
      </p:pic>
    </p:spTree>
    <p:extLst>
      <p:ext uri="{BB962C8B-B14F-4D97-AF65-F5344CB8AC3E}">
        <p14:creationId xmlns:p14="http://schemas.microsoft.com/office/powerpoint/2010/main" val="34718284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FEC25D-5319-7A2A-1F9C-D62C85F77223}"/>
              </a:ext>
            </a:extLst>
          </p:cNvPr>
          <p:cNvPicPr>
            <a:picLocks noChangeAspect="1"/>
          </p:cNvPicPr>
          <p:nvPr/>
        </p:nvPicPr>
        <p:blipFill>
          <a:blip r:embed="rId2"/>
          <a:stretch>
            <a:fillRect/>
          </a:stretch>
        </p:blipFill>
        <p:spPr>
          <a:xfrm>
            <a:off x="352839" y="331155"/>
            <a:ext cx="11486322" cy="6195689"/>
          </a:xfrm>
          <a:prstGeom prst="rect">
            <a:avLst/>
          </a:prstGeom>
        </p:spPr>
      </p:pic>
    </p:spTree>
    <p:extLst>
      <p:ext uri="{BB962C8B-B14F-4D97-AF65-F5344CB8AC3E}">
        <p14:creationId xmlns:p14="http://schemas.microsoft.com/office/powerpoint/2010/main" val="2322412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6637F0-1A3B-6C89-2430-76B4785FBEB2}"/>
              </a:ext>
            </a:extLst>
          </p:cNvPr>
          <p:cNvPicPr>
            <a:picLocks noChangeAspect="1"/>
          </p:cNvPicPr>
          <p:nvPr/>
        </p:nvPicPr>
        <p:blipFill>
          <a:blip r:embed="rId2"/>
          <a:stretch>
            <a:fillRect/>
          </a:stretch>
        </p:blipFill>
        <p:spPr>
          <a:xfrm>
            <a:off x="606287" y="213794"/>
            <a:ext cx="10332334" cy="6196946"/>
          </a:xfrm>
          <a:prstGeom prst="rect">
            <a:avLst/>
          </a:prstGeom>
        </p:spPr>
      </p:pic>
    </p:spTree>
    <p:extLst>
      <p:ext uri="{BB962C8B-B14F-4D97-AF65-F5344CB8AC3E}">
        <p14:creationId xmlns:p14="http://schemas.microsoft.com/office/powerpoint/2010/main" val="40495385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5BBBBD-467F-EA36-EE2B-24865C5E55E3}"/>
              </a:ext>
            </a:extLst>
          </p:cNvPr>
          <p:cNvPicPr>
            <a:picLocks noChangeAspect="1"/>
          </p:cNvPicPr>
          <p:nvPr/>
        </p:nvPicPr>
        <p:blipFill>
          <a:blip r:embed="rId2"/>
          <a:stretch>
            <a:fillRect/>
          </a:stretch>
        </p:blipFill>
        <p:spPr>
          <a:xfrm>
            <a:off x="157316" y="526679"/>
            <a:ext cx="11641394" cy="4647961"/>
          </a:xfrm>
          <a:prstGeom prst="rect">
            <a:avLst/>
          </a:prstGeom>
        </p:spPr>
      </p:pic>
    </p:spTree>
    <p:extLst>
      <p:ext uri="{BB962C8B-B14F-4D97-AF65-F5344CB8AC3E}">
        <p14:creationId xmlns:p14="http://schemas.microsoft.com/office/powerpoint/2010/main" val="3169563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D28B83-9DE5-4E07-2D98-0EF051864247}"/>
              </a:ext>
            </a:extLst>
          </p:cNvPr>
          <p:cNvPicPr>
            <a:picLocks noChangeAspect="1"/>
          </p:cNvPicPr>
          <p:nvPr/>
        </p:nvPicPr>
        <p:blipFill>
          <a:blip r:embed="rId2"/>
          <a:stretch>
            <a:fillRect/>
          </a:stretch>
        </p:blipFill>
        <p:spPr>
          <a:xfrm>
            <a:off x="707921" y="322337"/>
            <a:ext cx="10246247" cy="5847404"/>
          </a:xfrm>
          <a:prstGeom prst="rect">
            <a:avLst/>
          </a:prstGeom>
        </p:spPr>
      </p:pic>
    </p:spTree>
    <p:extLst>
      <p:ext uri="{BB962C8B-B14F-4D97-AF65-F5344CB8AC3E}">
        <p14:creationId xmlns:p14="http://schemas.microsoft.com/office/powerpoint/2010/main" val="10225068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5BBBBD-467F-EA36-EE2B-24865C5E55E3}"/>
              </a:ext>
            </a:extLst>
          </p:cNvPr>
          <p:cNvPicPr>
            <a:picLocks noChangeAspect="1"/>
          </p:cNvPicPr>
          <p:nvPr/>
        </p:nvPicPr>
        <p:blipFill>
          <a:blip r:embed="rId2"/>
          <a:stretch>
            <a:fillRect/>
          </a:stretch>
        </p:blipFill>
        <p:spPr>
          <a:xfrm>
            <a:off x="157316" y="526679"/>
            <a:ext cx="11641394" cy="4647961"/>
          </a:xfrm>
          <a:prstGeom prst="rect">
            <a:avLst/>
          </a:prstGeom>
        </p:spPr>
      </p:pic>
    </p:spTree>
    <p:extLst>
      <p:ext uri="{BB962C8B-B14F-4D97-AF65-F5344CB8AC3E}">
        <p14:creationId xmlns:p14="http://schemas.microsoft.com/office/powerpoint/2010/main" val="6445213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ED857A-4562-7317-74E5-DED5126D71A8}"/>
              </a:ext>
            </a:extLst>
          </p:cNvPr>
          <p:cNvPicPr>
            <a:picLocks noChangeAspect="1"/>
          </p:cNvPicPr>
          <p:nvPr/>
        </p:nvPicPr>
        <p:blipFill>
          <a:blip r:embed="rId2"/>
          <a:stretch>
            <a:fillRect/>
          </a:stretch>
        </p:blipFill>
        <p:spPr>
          <a:xfrm>
            <a:off x="2241754" y="473221"/>
            <a:ext cx="7084580" cy="6168470"/>
          </a:xfrm>
          <a:prstGeom prst="rect">
            <a:avLst/>
          </a:prstGeom>
        </p:spPr>
      </p:pic>
    </p:spTree>
    <p:extLst>
      <p:ext uri="{BB962C8B-B14F-4D97-AF65-F5344CB8AC3E}">
        <p14:creationId xmlns:p14="http://schemas.microsoft.com/office/powerpoint/2010/main" val="2783777887"/>
      </p:ext>
    </p:extLst>
  </p:cSld>
  <p:clrMapOvr>
    <a:masterClrMapping/>
  </p:clrMapOvr>
</p:sld>
</file>

<file path=ppt/theme/theme1.xml><?xml version="1.0" encoding="utf-8"?>
<a:theme xmlns:a="http://schemas.openxmlformats.org/drawingml/2006/main" name="Office-tema">
  <a:themeElements>
    <a:clrScheme name="Sikt 2">
      <a:dk1>
        <a:srgbClr val="000000"/>
      </a:dk1>
      <a:lt1>
        <a:srgbClr val="FFFFFF"/>
      </a:lt1>
      <a:dk2>
        <a:srgbClr val="44546A"/>
      </a:dk2>
      <a:lt2>
        <a:srgbClr val="E7E6E6"/>
      </a:lt2>
      <a:accent1>
        <a:srgbClr val="0D0034"/>
      </a:accent1>
      <a:accent2>
        <a:srgbClr val="6D4BFA"/>
      </a:accent2>
      <a:accent3>
        <a:srgbClr val="B4B0FA"/>
      </a:accent3>
      <a:accent4>
        <a:srgbClr val="F2F1FC"/>
      </a:accent4>
      <a:accent5>
        <a:srgbClr val="0DBB82"/>
      </a:accent5>
      <a:accent6>
        <a:srgbClr val="A2E3BE"/>
      </a:accent6>
      <a:hlink>
        <a:srgbClr val="E3F7EA"/>
      </a:hlink>
      <a:folHlink>
        <a:srgbClr val="FF946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kt standardpresentasjon" id="{55232DAB-C4C6-7D43-9D00-2A912FE683E4}" vid="{CB754471-C580-2A4F-BABA-06FC912A0837}"/>
    </a:ext>
  </a:extLst>
</a:theme>
</file>

<file path=ppt/theme/theme2.xml><?xml version="1.0" encoding="utf-8"?>
<a:theme xmlns:a="http://schemas.openxmlformats.org/drawingml/2006/main" name="Egendefinert utforming">
  <a:themeElements>
    <a:clrScheme name="Sikt 2">
      <a:dk1>
        <a:srgbClr val="000000"/>
      </a:dk1>
      <a:lt1>
        <a:srgbClr val="FFFFFF"/>
      </a:lt1>
      <a:dk2>
        <a:srgbClr val="44546A"/>
      </a:dk2>
      <a:lt2>
        <a:srgbClr val="E7E6E6"/>
      </a:lt2>
      <a:accent1>
        <a:srgbClr val="0D0034"/>
      </a:accent1>
      <a:accent2>
        <a:srgbClr val="6D4BFA"/>
      </a:accent2>
      <a:accent3>
        <a:srgbClr val="B4B0FA"/>
      </a:accent3>
      <a:accent4>
        <a:srgbClr val="F2F1FC"/>
      </a:accent4>
      <a:accent5>
        <a:srgbClr val="0DBB82"/>
      </a:accent5>
      <a:accent6>
        <a:srgbClr val="A2E3BE"/>
      </a:accent6>
      <a:hlink>
        <a:srgbClr val="E3F7EA"/>
      </a:hlink>
      <a:folHlink>
        <a:srgbClr val="FF946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ikt standardpresentasjon" id="{55232DAB-C4C6-7D43-9D00-2A912FE683E4}" vid="{57E778A6-C689-094B-90D1-340E1783EEF8}"/>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1b79c5a-ad56-43a0-a351-8cb21f110a82" xsi:nil="true"/>
    <lcf76f155ced4ddcb4097134ff3c332f xmlns="867175d7-b237-4e04-bc13-502d35a55867">
      <Terms xmlns="http://schemas.microsoft.com/office/infopath/2007/PartnerControls"/>
    </lcf76f155ced4ddcb4097134ff3c332f>
    <SharedWithUsers xmlns="01b79c5a-ad56-43a0-a351-8cb21f110a82">
      <UserInfo>
        <DisplayName>Maria Bøhlerengen</DisplayName>
        <AccountId>268</AccountId>
        <AccountType/>
      </UserInfo>
      <UserInfo>
        <DisplayName>Hilde Orten</DisplayName>
        <AccountId>1276</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E82E5A571DAF414A9592C30378476E91" ma:contentTypeVersion="21" ma:contentTypeDescription="Opprett et nytt dokument." ma:contentTypeScope="" ma:versionID="5305bdc5819c52e9bdb1e5fd513dc2da">
  <xsd:schema xmlns:xsd="http://www.w3.org/2001/XMLSchema" xmlns:xs="http://www.w3.org/2001/XMLSchema" xmlns:p="http://schemas.microsoft.com/office/2006/metadata/properties" xmlns:ns2="268bfd4f-de28-4755-9fda-5aa464fdfe3e" xmlns:ns3="01b79c5a-ad56-43a0-a351-8cb21f110a82" xmlns:ns4="867175d7-b237-4e04-bc13-502d35a55867" targetNamespace="http://schemas.microsoft.com/office/2006/metadata/properties" ma:root="true" ma:fieldsID="184ab4bbd55b33b31323568c194e0422" ns2:_="" ns3:_="" ns4:_="">
    <xsd:import namespace="268bfd4f-de28-4755-9fda-5aa464fdfe3e"/>
    <xsd:import namespace="01b79c5a-ad56-43a0-a351-8cb21f110a82"/>
    <xsd:import namespace="867175d7-b237-4e04-bc13-502d35a5586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MediaServiceDateTaken" minOccurs="0"/>
                <xsd:element ref="ns2:MediaServiceLocation" minOccurs="0"/>
                <xsd:element ref="ns3:SharedWithUsers" minOccurs="0"/>
                <xsd:element ref="ns3:SharedWithDetails" minOccurs="0"/>
                <xsd:element ref="ns4:lcf76f155ced4ddcb4097134ff3c332f" minOccurs="0"/>
                <xsd:element ref="ns3:TaxCatchAll"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8bfd4f-de28-4755-9fda-5aa464fdfe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MediaLengthInSeconds" ma:hidden="true" ma:internalName="MediaLengthInSeconds" ma:readOnly="true">
      <xsd:simpleType>
        <xsd:restriction base="dms:Unknow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b79c5a-ad56-43a0-a351-8cb21f110a82" elementFormDefault="qualified">
    <xsd:import namespace="http://schemas.microsoft.com/office/2006/documentManagement/types"/>
    <xsd:import namespace="http://schemas.microsoft.com/office/infopath/2007/PartnerControls"/>
    <xsd:element name="SharedWithUsers" ma:index="19"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lingsdetaljer" ma:internalName="SharedWithDetails" ma:readOnly="true">
      <xsd:simpleType>
        <xsd:restriction base="dms:Note">
          <xsd:maxLength value="255"/>
        </xsd:restriction>
      </xsd:simpleType>
    </xsd:element>
    <xsd:element name="TaxCatchAll" ma:index="23" nillable="true" ma:displayName="Taxonomy Catch All Column" ma:hidden="true" ma:list="{f1c4b420-62c4-40a6-a692-507b451d2e96}" ma:internalName="TaxCatchAll" ma:showField="CatchAllData" ma:web="01b79c5a-ad56-43a0-a351-8cb21f110a8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67175d7-b237-4e04-bc13-502d35a55867" elementFormDefault="qualified">
    <xsd:import namespace="http://schemas.microsoft.com/office/2006/documentManagement/types"/>
    <xsd:import namespace="http://schemas.microsoft.com/office/infopath/2007/PartnerControls"/>
    <xsd:element name="lcf76f155ced4ddcb4097134ff3c332f" ma:index="22" nillable="true" ma:taxonomy="true" ma:internalName="lcf76f155ced4ddcb4097134ff3c332f" ma:taxonomyFieldName="MediaServiceImageTags" ma:displayName="Bildemerkelapper" ma:readOnly="false" ma:fieldId="{5cf76f15-5ced-4ddc-b409-7134ff3c332f}" ma:taxonomyMulti="true" ma:sspId="65173101-48cc-4b99-979d-df9619f1bb11"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F546E6-F6B5-4916-9DA8-B81E0A729699}">
  <ds:schemaRefs>
    <ds:schemaRef ds:uri="http://purl.org/dc/elements/1.1/"/>
    <ds:schemaRef ds:uri="http://schemas.openxmlformats.org/package/2006/metadata/core-properties"/>
    <ds:schemaRef ds:uri="http://www.w3.org/XML/1998/namespace"/>
    <ds:schemaRef ds:uri="268bfd4f-de28-4755-9fda-5aa464fdfe3e"/>
    <ds:schemaRef ds:uri="http://purl.org/dc/dcmitype/"/>
    <ds:schemaRef ds:uri="867175d7-b237-4e04-bc13-502d35a55867"/>
    <ds:schemaRef ds:uri="http://schemas.microsoft.com/office/2006/documentManagement/types"/>
    <ds:schemaRef ds:uri="http://schemas.microsoft.com/office/infopath/2007/PartnerControls"/>
    <ds:schemaRef ds:uri="01b79c5a-ad56-43a0-a351-8cb21f110a82"/>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F6E1380E-6118-4356-A881-67047CF591C1}">
  <ds:schemaRefs>
    <ds:schemaRef ds:uri="http://schemas.microsoft.com/sharepoint/v3/contenttype/forms"/>
  </ds:schemaRefs>
</ds:datastoreItem>
</file>

<file path=customXml/itemProps3.xml><?xml version="1.0" encoding="utf-8"?>
<ds:datastoreItem xmlns:ds="http://schemas.openxmlformats.org/officeDocument/2006/customXml" ds:itemID="{6CE43518-6BC9-4A63-9466-8A9C120772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8bfd4f-de28-4755-9fda-5aa464fdfe3e"/>
    <ds:schemaRef ds:uri="01b79c5a-ad56-43a0-a351-8cb21f110a82"/>
    <ds:schemaRef ds:uri="867175d7-b237-4e04-bc13-502d35a558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Office-tema</Template>
  <TotalTime>11439</TotalTime>
  <Words>755</Words>
  <Application>Microsoft Office PowerPoint</Application>
  <PresentationFormat>Widescreen</PresentationFormat>
  <Paragraphs>91</Paragraphs>
  <Slides>44</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44</vt:i4>
      </vt:variant>
    </vt:vector>
  </HeadingPairs>
  <TitlesOfParts>
    <vt:vector size="51" baseType="lpstr">
      <vt:lpstr>__haffer_14b61f</vt:lpstr>
      <vt:lpstr>Arial</vt:lpstr>
      <vt:lpstr>Calibri</vt:lpstr>
      <vt:lpstr>Haffer</vt:lpstr>
      <vt:lpstr>Helvetica</vt:lpstr>
      <vt:lpstr>Office-tema</vt:lpstr>
      <vt:lpstr>Egendefinert utforming</vt:lpstr>
      <vt:lpstr>Implementing the DDI-CDI Process Model for Describing Data Integration: Insights from the EOSC Future Science Project “Climate Neutral and Smart Cities” </vt:lpstr>
      <vt:lpstr>Outline</vt:lpstr>
      <vt:lpstr>PowerPoint Presentation</vt:lpstr>
      <vt:lpstr>PowerPoint Presentation</vt:lpstr>
      <vt:lpstr>PowerPoint Presentation</vt:lpstr>
      <vt:lpstr>PowerPoint Presentation</vt:lpstr>
      <vt:lpstr>PowerPoint Presentation</vt:lpstr>
      <vt:lpstr>PowerPoint Presentation</vt:lpstr>
      <vt:lpstr>Variable Documentation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Tour of the tool https://eosc-provenance.sikt.no/#</vt:lpstr>
      <vt:lpstr>Accreditation</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Tittel på foredrag</dc:title>
  <dc:creator>Mattis Daae</dc:creator>
  <cp:lastModifiedBy>Benjamin Beuster</cp:lastModifiedBy>
  <cp:revision>173</cp:revision>
  <dcterms:created xsi:type="dcterms:W3CDTF">2022-04-29T22:13:18Z</dcterms:created>
  <dcterms:modified xsi:type="dcterms:W3CDTF">2023-11-29T07:27:43Z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0x010100E82E5A571DAF414A9592C30378476E91</vt:lpwstr>
  </property>
  <property fmtid="{D5CDD505-2E9C-101B-9397-08002B2CF9AE}" pid="3" name="MediaServiceImageTags">
    <vt:lpwstr/>
  </property>
</Properties>
</file>